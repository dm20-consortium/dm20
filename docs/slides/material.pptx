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3375" r:id="rId2"/>
    <p:sldId id="3580" r:id="rId3"/>
    <p:sldId id="3581" r:id="rId4"/>
    <p:sldId id="3582" r:id="rId5"/>
    <p:sldId id="3583" r:id="rId6"/>
    <p:sldId id="3584" r:id="rId7"/>
    <p:sldId id="3444" r:id="rId8"/>
    <p:sldId id="1817" r:id="rId9"/>
    <p:sldId id="506" r:id="rId10"/>
  </p:sldIdLst>
  <p:sldSz cx="9144000" cy="6858000" type="screen4x3"/>
  <p:notesSz cx="9866313" cy="67357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渡辺陽介" initials="渡辺陽介" lastIdx="1" clrIdx="0">
    <p:extLst>
      <p:ext uri="{19B8F6BF-5375-455C-9EA6-DF929625EA0E}">
        <p15:presenceInfo xmlns:p15="http://schemas.microsoft.com/office/powerpoint/2012/main" userId="d806a201a7ffe76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FF"/>
    <a:srgbClr val="5A5AFF"/>
    <a:srgbClr val="FFCCCC"/>
    <a:srgbClr val="CCFFFF"/>
    <a:srgbClr val="FF99CC"/>
    <a:srgbClr val="FF66FF"/>
    <a:srgbClr val="A11203"/>
    <a:srgbClr val="B4B4FF"/>
    <a:srgbClr val="B3B3FF"/>
    <a:srgbClr val="878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24" autoAdjust="0"/>
    <p:restoredTop sz="96395" autoAdjust="0"/>
  </p:normalViewPr>
  <p:slideViewPr>
    <p:cSldViewPr snapToGrid="0">
      <p:cViewPr varScale="1">
        <p:scale>
          <a:sx n="83" d="100"/>
          <a:sy n="83" d="100"/>
        </p:scale>
        <p:origin x="948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5697" cy="337468"/>
          </a:xfrm>
          <a:prstGeom prst="rect">
            <a:avLst/>
          </a:prstGeom>
        </p:spPr>
        <p:txBody>
          <a:bodyPr vert="horz" lIns="87568" tIns="43783" rIns="87568" bIns="43783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588412" y="0"/>
            <a:ext cx="4275697" cy="337468"/>
          </a:xfrm>
          <a:prstGeom prst="rect">
            <a:avLst/>
          </a:prstGeom>
        </p:spPr>
        <p:txBody>
          <a:bodyPr vert="horz" lIns="87568" tIns="43783" rIns="87568" bIns="43783" rtlCol="0"/>
          <a:lstStyle>
            <a:lvl1pPr algn="r">
              <a:defRPr sz="1200"/>
            </a:lvl1pPr>
          </a:lstStyle>
          <a:p>
            <a:fld id="{69A5991E-6136-4DD2-9CA8-E4F91DC7902F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6398297"/>
            <a:ext cx="4275697" cy="337468"/>
          </a:xfrm>
          <a:prstGeom prst="rect">
            <a:avLst/>
          </a:prstGeom>
        </p:spPr>
        <p:txBody>
          <a:bodyPr vert="horz" lIns="87568" tIns="43783" rIns="87568" bIns="43783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588412" y="6398297"/>
            <a:ext cx="4275697" cy="337468"/>
          </a:xfrm>
          <a:prstGeom prst="rect">
            <a:avLst/>
          </a:prstGeom>
        </p:spPr>
        <p:txBody>
          <a:bodyPr vert="horz" lIns="87568" tIns="43783" rIns="87568" bIns="43783" rtlCol="0" anchor="b"/>
          <a:lstStyle>
            <a:lvl1pPr algn="r">
              <a:defRPr sz="1200"/>
            </a:lvl1pPr>
          </a:lstStyle>
          <a:p>
            <a:fld id="{C13DD0FA-6A7E-42EC-BE43-8EDD5533C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7099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275401" cy="336788"/>
          </a:xfrm>
          <a:prstGeom prst="rect">
            <a:avLst/>
          </a:prstGeom>
        </p:spPr>
        <p:txBody>
          <a:bodyPr vert="horz" lIns="94853" tIns="47427" rIns="94853" bIns="47427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88630" y="1"/>
            <a:ext cx="4275401" cy="336788"/>
          </a:xfrm>
          <a:prstGeom prst="rect">
            <a:avLst/>
          </a:prstGeom>
        </p:spPr>
        <p:txBody>
          <a:bodyPr vert="horz" lIns="94853" tIns="47427" rIns="94853" bIns="47427" rtlCol="0"/>
          <a:lstStyle>
            <a:lvl1pPr algn="r">
              <a:defRPr sz="1300"/>
            </a:lvl1pPr>
          </a:lstStyle>
          <a:p>
            <a:fld id="{2088C5D0-D868-4566-84BA-109D364F1AD6}" type="datetimeFigureOut">
              <a:rPr kumimoji="1" lang="ja-JP" altLang="en-US" smtClean="0"/>
              <a:pPr/>
              <a:t>2026/4/24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249613" y="506413"/>
            <a:ext cx="3367087" cy="2524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3" tIns="47427" rIns="94853" bIns="47427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vert="horz" lIns="94853" tIns="47427" rIns="94853" bIns="47427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6397806"/>
            <a:ext cx="4275401" cy="336788"/>
          </a:xfrm>
          <a:prstGeom prst="rect">
            <a:avLst/>
          </a:prstGeom>
        </p:spPr>
        <p:txBody>
          <a:bodyPr vert="horz" lIns="94853" tIns="47427" rIns="94853" bIns="47427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88630" y="6397806"/>
            <a:ext cx="4275401" cy="336788"/>
          </a:xfrm>
          <a:prstGeom prst="rect">
            <a:avLst/>
          </a:prstGeom>
        </p:spPr>
        <p:txBody>
          <a:bodyPr vert="horz" lIns="94853" tIns="47427" rIns="94853" bIns="47427" rtlCol="0" anchor="b"/>
          <a:lstStyle>
            <a:lvl1pPr algn="r">
              <a:defRPr sz="1300"/>
            </a:lvl1pPr>
          </a:lstStyle>
          <a:p>
            <a:fld id="{7ABE43A1-4205-4778-8F09-334A9EE2685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83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BE43A1-4205-4778-8F09-334A9EE2685B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734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BE43A1-4205-4778-8F09-334A9EE2685B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567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BE43A1-4205-4778-8F09-334A9EE2685B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5857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BE43A1-4205-4778-8F09-334A9EE2685B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486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BE43A1-4205-4778-8F09-334A9EE2685B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406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BE43A1-4205-4778-8F09-334A9EE2685B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8455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2355">
              <a:defRPr/>
            </a:pP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BE43A1-4205-4778-8F09-334A9EE2685B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70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04799" y="1673374"/>
            <a:ext cx="8467221" cy="2331690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304799" y="4412704"/>
            <a:ext cx="8467221" cy="17526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44408" y="6525344"/>
            <a:ext cx="896739" cy="332656"/>
          </a:xfrm>
          <a:prstGeom prst="rect">
            <a:avLst/>
          </a:prstGeom>
        </p:spPr>
        <p:txBody>
          <a:bodyPr/>
          <a:lstStyle>
            <a:lvl1pPr algn="r">
              <a:defRPr sz="1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>
              <a:defRPr/>
            </a:pPr>
            <a:fld id="{BD939FFF-BED0-4B52-BDE4-1C6A66C4F156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18152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運営委員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04799" y="908720"/>
            <a:ext cx="8836348" cy="5544616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sz="20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>
              <a:spcBef>
                <a:spcPts val="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spcBef>
                <a:spcPts val="0"/>
              </a:spcBef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spcBef>
                <a:spcPts val="0"/>
              </a:spcBef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Rectangle 5"/>
          <p:cNvSpPr txBox="1">
            <a:spLocks noChangeArrowheads="1"/>
          </p:cNvSpPr>
          <p:nvPr userDrawn="1"/>
        </p:nvSpPr>
        <p:spPr>
          <a:xfrm>
            <a:off x="8244408" y="6525344"/>
            <a:ext cx="896739" cy="332656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400" kern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D939FFF-BED0-4B52-BDE4-1C6A66C4F156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‹#›</a:t>
            </a:fld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Line 6"/>
          <p:cNvSpPr>
            <a:spLocks noChangeShapeType="1"/>
          </p:cNvSpPr>
          <p:nvPr userDrawn="1"/>
        </p:nvSpPr>
        <p:spPr bwMode="auto">
          <a:xfrm>
            <a:off x="-1" y="836613"/>
            <a:ext cx="9141147" cy="0"/>
          </a:xfrm>
          <a:prstGeom prst="line">
            <a:avLst/>
          </a:prstGeom>
          <a:noFill/>
          <a:ln w="19050">
            <a:solidFill>
              <a:srgbClr val="A4DE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eaVert" wrap="none" anchor="ctr"/>
          <a:lstStyle/>
          <a:p>
            <a:endParaRPr lang="ja-JP" altLang="en-US"/>
          </a:p>
        </p:txBody>
      </p:sp>
      <p:sp>
        <p:nvSpPr>
          <p:cNvPr id="4" name="正方形/長方形 3"/>
          <p:cNvSpPr/>
          <p:nvPr userDrawn="1"/>
        </p:nvSpPr>
        <p:spPr>
          <a:xfrm>
            <a:off x="304799" y="302842"/>
            <a:ext cx="5642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DM2.0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コンソーシアム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運営委員会　第８回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4467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進捗報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4799" y="274638"/>
            <a:ext cx="8839201" cy="561975"/>
          </a:xfrm>
          <a:prstGeom prst="rect">
            <a:avLst/>
          </a:prstGeom>
        </p:spPr>
        <p:txBody>
          <a:bodyPr anchor="ctr" anchorCtr="0"/>
          <a:lstStyle>
            <a:lvl1pPr algn="l">
              <a:defRPr sz="2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04799" y="908720"/>
            <a:ext cx="8836348" cy="5544616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sz="20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>
              <a:spcBef>
                <a:spcPts val="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spcBef>
                <a:spcPts val="0"/>
              </a:spcBef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spcBef>
                <a:spcPts val="0"/>
              </a:spcBef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Rectangle 5"/>
          <p:cNvSpPr txBox="1">
            <a:spLocks noChangeArrowheads="1"/>
          </p:cNvSpPr>
          <p:nvPr userDrawn="1"/>
        </p:nvSpPr>
        <p:spPr>
          <a:xfrm>
            <a:off x="8244408" y="6525344"/>
            <a:ext cx="896739" cy="332656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400" kern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D939FFF-BED0-4B52-BDE4-1C6A66C4F156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‹#›</a:t>
            </a:fld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Line 6"/>
          <p:cNvSpPr>
            <a:spLocks noChangeShapeType="1"/>
          </p:cNvSpPr>
          <p:nvPr userDrawn="1"/>
        </p:nvSpPr>
        <p:spPr bwMode="auto">
          <a:xfrm>
            <a:off x="-1" y="836613"/>
            <a:ext cx="9141147" cy="0"/>
          </a:xfrm>
          <a:prstGeom prst="line">
            <a:avLst/>
          </a:prstGeom>
          <a:noFill/>
          <a:ln w="19050">
            <a:solidFill>
              <a:srgbClr val="A4DE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eaVert" wrap="none" anchor="ctr"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5320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"/>
          <p:cNvSpPr>
            <a:spLocks noChangeShapeType="1"/>
          </p:cNvSpPr>
          <p:nvPr userDrawn="1"/>
        </p:nvSpPr>
        <p:spPr bwMode="auto">
          <a:xfrm>
            <a:off x="-24024" y="6525344"/>
            <a:ext cx="9141147" cy="0"/>
          </a:xfrm>
          <a:prstGeom prst="line">
            <a:avLst/>
          </a:prstGeom>
          <a:noFill/>
          <a:ln w="19050">
            <a:solidFill>
              <a:srgbClr val="A4DE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eaVert" wrap="none" anchor="ctr"/>
          <a:lstStyle/>
          <a:p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CC64BCD-F335-4961-AF43-95F7684F0647}"/>
              </a:ext>
            </a:extLst>
          </p:cNvPr>
          <p:cNvSpPr txBox="1"/>
          <p:nvPr userDrawn="1"/>
        </p:nvSpPr>
        <p:spPr>
          <a:xfrm>
            <a:off x="1439582" y="6554381"/>
            <a:ext cx="1486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名古屋大学情報学研究科</a:t>
            </a:r>
            <a:br>
              <a:rPr kumimoji="1" lang="en-US" altLang="ja-JP" sz="7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kumimoji="1" lang="ja-JP" altLang="en-US" sz="7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附属組込みシステム研究センター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0423ABB-8C69-487D-9AE4-70CF948AA29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976" y="6609546"/>
            <a:ext cx="503900" cy="181404"/>
          </a:xfrm>
          <a:prstGeom prst="rect">
            <a:avLst/>
          </a:prstGeom>
        </p:spPr>
      </p:pic>
      <p:pic>
        <p:nvPicPr>
          <p:cNvPr id="8" name="Picture 226">
            <a:extLst>
              <a:ext uri="{FF2B5EF4-FFF2-40B4-BE49-F238E27FC236}">
                <a16:creationId xmlns:a16="http://schemas.microsoft.com/office/drawing/2014/main" id="{2A038825-85B0-4A14-AB30-E7C10FCE2F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24186" y="6560061"/>
            <a:ext cx="320213" cy="252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C2CDD07-9A11-461E-9CF5-B33997AEDD15}"/>
              </a:ext>
            </a:extLst>
          </p:cNvPr>
          <p:cNvSpPr txBox="1"/>
          <p:nvPr userDrawn="1"/>
        </p:nvSpPr>
        <p:spPr>
          <a:xfrm>
            <a:off x="3144399" y="6532515"/>
            <a:ext cx="1084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同志社大学</a:t>
            </a:r>
            <a:br>
              <a:rPr kumimoji="1" lang="en-US" altLang="ja-JP" sz="7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kumimoji="1" lang="ja-JP" altLang="en-US" sz="70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モビリティ研究センター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1C13839-1D5E-48A7-A8FA-B1AC7E72D47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0" y="6582593"/>
            <a:ext cx="804317" cy="22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8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41.png"/><Relationship Id="rId3" Type="http://schemas.openxmlformats.org/officeDocument/2006/relationships/image" Target="../media/image7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17" Type="http://schemas.openxmlformats.org/officeDocument/2006/relationships/image" Target="../media/image21.png"/><Relationship Id="rId2" Type="http://schemas.openxmlformats.org/officeDocument/2006/relationships/image" Target="../media/image8.emf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5" Type="http://schemas.openxmlformats.org/officeDocument/2006/relationships/image" Target="../media/image26.pn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80CE20D-471B-48ED-85A7-0B47D5537938}"/>
              </a:ext>
            </a:extLst>
          </p:cNvPr>
          <p:cNvSpPr/>
          <p:nvPr/>
        </p:nvSpPr>
        <p:spPr>
          <a:xfrm>
            <a:off x="4445526" y="4285888"/>
            <a:ext cx="2495831" cy="47111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ネットワーク＆トランスポート層</a:t>
            </a:r>
            <a:endParaRPr kumimoji="1" lang="ja-JP" altLang="en-US" sz="9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91EA3A1-F9D1-4969-A06A-A2D5DCF1B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37" y="2973371"/>
            <a:ext cx="2843038" cy="2562977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125864D-23F9-4523-B78E-E0256210F544}"/>
              </a:ext>
            </a:extLst>
          </p:cNvPr>
          <p:cNvSpPr/>
          <p:nvPr/>
        </p:nvSpPr>
        <p:spPr>
          <a:xfrm>
            <a:off x="5170759" y="3685358"/>
            <a:ext cx="1645566" cy="198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B7222-911D-4B91-B722-24A5FBDF7922}"/>
              </a:ext>
            </a:extLst>
          </p:cNvPr>
          <p:cNvSpPr/>
          <p:nvPr/>
        </p:nvSpPr>
        <p:spPr>
          <a:xfrm>
            <a:off x="5170759" y="3884947"/>
            <a:ext cx="1645566" cy="2100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CS(</a:t>
            </a:r>
            <a:r>
              <a:rPr lang="ja-JP" altLang="en-US" sz="900" dirty="0"/>
              <a:t>通信部</a:t>
            </a:r>
            <a:r>
              <a:rPr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14EAD2D-0CDB-42CA-A6D3-66D445FC6918}"/>
              </a:ext>
            </a:extLst>
          </p:cNvPr>
          <p:cNvSpPr/>
          <p:nvPr/>
        </p:nvSpPr>
        <p:spPr>
          <a:xfrm>
            <a:off x="4454031" y="4879799"/>
            <a:ext cx="2488759" cy="49115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アクセス層</a:t>
            </a:r>
            <a:endParaRPr kumimoji="1" lang="ja-JP" altLang="en-US" sz="9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1750F48-B2CB-4108-9FE6-72D3640BD46E}"/>
              </a:ext>
            </a:extLst>
          </p:cNvPr>
          <p:cNvSpPr/>
          <p:nvPr/>
        </p:nvSpPr>
        <p:spPr>
          <a:xfrm>
            <a:off x="4573302" y="5115809"/>
            <a:ext cx="770818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ITS</a:t>
            </a:r>
            <a:r>
              <a:rPr lang="ja-JP" altLang="en-US" sz="900" dirty="0"/>
              <a:t>無線機</a:t>
            </a:r>
            <a:endParaRPr kumimoji="1" lang="ja-JP" altLang="en-US" sz="9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D97E25E-EFA2-43F6-A435-C48C668C0030}"/>
              </a:ext>
            </a:extLst>
          </p:cNvPr>
          <p:cNvSpPr/>
          <p:nvPr/>
        </p:nvSpPr>
        <p:spPr>
          <a:xfrm>
            <a:off x="5203306" y="4502562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UDP</a:t>
            </a:r>
            <a:endParaRPr kumimoji="1" lang="ja-JP" altLang="en-US" sz="900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C92AB2F-BCD1-4D6D-AEA5-BC9B766D3A94}"/>
              </a:ext>
            </a:extLst>
          </p:cNvPr>
          <p:cNvSpPr/>
          <p:nvPr/>
        </p:nvSpPr>
        <p:spPr>
          <a:xfrm>
            <a:off x="5760406" y="4502562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DTLS</a:t>
            </a:r>
            <a:endParaRPr kumimoji="1" lang="ja-JP" altLang="en-US" sz="9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5602564-F94B-4D50-ACE4-8CD5AEA2CB3B}"/>
              </a:ext>
            </a:extLst>
          </p:cNvPr>
          <p:cNvSpPr/>
          <p:nvPr/>
        </p:nvSpPr>
        <p:spPr>
          <a:xfrm>
            <a:off x="6317506" y="4502561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QUIC</a:t>
            </a:r>
            <a:endParaRPr kumimoji="1" lang="ja-JP" altLang="en-US" sz="9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5251A78-0212-4C97-AE4E-02DDCEAD4CE0}"/>
              </a:ext>
            </a:extLst>
          </p:cNvPr>
          <p:cNvSpPr/>
          <p:nvPr/>
        </p:nvSpPr>
        <p:spPr>
          <a:xfrm>
            <a:off x="5410827" y="5115809"/>
            <a:ext cx="561904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携帯網</a:t>
            </a:r>
            <a:endParaRPr kumimoji="1" lang="ja-JP" altLang="en-US" sz="900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26098EB-2B6B-4A11-8628-3425FC38293B}"/>
              </a:ext>
            </a:extLst>
          </p:cNvPr>
          <p:cNvSpPr/>
          <p:nvPr/>
        </p:nvSpPr>
        <p:spPr>
          <a:xfrm>
            <a:off x="6039438" y="5117065"/>
            <a:ext cx="73768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Ethernet</a:t>
            </a:r>
            <a:endParaRPr kumimoji="1" lang="ja-JP" altLang="en-US" sz="9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3F42B51-B5B1-4D21-A547-2BE6AACF297A}"/>
              </a:ext>
            </a:extLst>
          </p:cNvPr>
          <p:cNvSpPr/>
          <p:nvPr/>
        </p:nvSpPr>
        <p:spPr>
          <a:xfrm>
            <a:off x="4454032" y="3468739"/>
            <a:ext cx="2487326" cy="70795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ファシリティ層</a:t>
            </a:r>
            <a:endParaRPr kumimoji="1" lang="ja-JP" altLang="en-US" sz="9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23E78302-C6F0-4FBC-A9F9-60264DC12E95}"/>
              </a:ext>
            </a:extLst>
          </p:cNvPr>
          <p:cNvSpPr/>
          <p:nvPr/>
        </p:nvSpPr>
        <p:spPr>
          <a:xfrm>
            <a:off x="4128667" y="3468739"/>
            <a:ext cx="267083" cy="191108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マネジメント層</a:t>
            </a:r>
            <a:endParaRPr kumimoji="1" lang="ja-JP" altLang="en-US" sz="900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3EF6F18-547B-425E-9473-3203355EA503}"/>
              </a:ext>
            </a:extLst>
          </p:cNvPr>
          <p:cNvSpPr/>
          <p:nvPr/>
        </p:nvSpPr>
        <p:spPr>
          <a:xfrm>
            <a:off x="7025013" y="3468739"/>
            <a:ext cx="287547" cy="189320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セキュリティ層</a:t>
            </a:r>
            <a:endParaRPr kumimoji="1" lang="ja-JP" altLang="en-US" sz="900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0D975D9-7FD8-4694-A19E-A0BDB558A0AD}"/>
              </a:ext>
            </a:extLst>
          </p:cNvPr>
          <p:cNvSpPr/>
          <p:nvPr/>
        </p:nvSpPr>
        <p:spPr>
          <a:xfrm>
            <a:off x="4128666" y="3158861"/>
            <a:ext cx="3183893" cy="24938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アプリケーション層</a:t>
            </a:r>
            <a:endParaRPr kumimoji="1" lang="ja-JP" altLang="en-US" sz="9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9B56DF9-354F-4858-8740-A5AB0004F7BB}"/>
              </a:ext>
            </a:extLst>
          </p:cNvPr>
          <p:cNvSpPr/>
          <p:nvPr/>
        </p:nvSpPr>
        <p:spPr>
          <a:xfrm>
            <a:off x="4573302" y="3688708"/>
            <a:ext cx="476126" cy="4226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DMI</a:t>
            </a:r>
            <a:endParaRPr kumimoji="1" lang="ja-JP" altLang="en-US" sz="9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BA8A22D-C3F5-4076-95A0-C102AA2C80E8}"/>
              </a:ext>
            </a:extLst>
          </p:cNvPr>
          <p:cNvSpPr/>
          <p:nvPr/>
        </p:nvSpPr>
        <p:spPr>
          <a:xfrm>
            <a:off x="4639645" y="4502561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TCP</a:t>
            </a:r>
            <a:endParaRPr kumimoji="1" lang="ja-JP" altLang="en-US" sz="900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BC8A715-297F-472D-850B-3043E6C6E27E}"/>
              </a:ext>
            </a:extLst>
          </p:cNvPr>
          <p:cNvSpPr/>
          <p:nvPr/>
        </p:nvSpPr>
        <p:spPr>
          <a:xfrm>
            <a:off x="4105443" y="2592477"/>
            <a:ext cx="29049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dirty="0"/>
              <a:t>データ連携プラットフォームにおける</a:t>
            </a:r>
            <a:br>
              <a:rPr lang="en-US" altLang="ja-JP" sz="1600" dirty="0"/>
            </a:br>
            <a:r>
              <a:rPr lang="en-US" altLang="ja-JP" sz="1600" dirty="0"/>
              <a:t>DM</a:t>
            </a:r>
            <a:r>
              <a:rPr lang="ja-JP" altLang="en-US" sz="1600" dirty="0"/>
              <a:t>端末の構成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9C3734B-1FF7-42F8-8242-6E3310AC43A8}"/>
              </a:ext>
            </a:extLst>
          </p:cNvPr>
          <p:cNvSpPr/>
          <p:nvPr/>
        </p:nvSpPr>
        <p:spPr>
          <a:xfrm>
            <a:off x="591237" y="2574395"/>
            <a:ext cx="311976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100" dirty="0"/>
              <a:t>ETSI</a:t>
            </a:r>
            <a:r>
              <a:rPr lang="ja-JP" altLang="en-US" sz="1100" dirty="0"/>
              <a:t>の</a:t>
            </a:r>
            <a:r>
              <a:rPr lang="en-US" altLang="ja-JP" sz="1100" dirty="0"/>
              <a:t>ITS</a:t>
            </a:r>
            <a:r>
              <a:rPr lang="ja-JP" altLang="en-US" sz="1100" dirty="0"/>
              <a:t>端末リファレンスアーキテクチャ</a:t>
            </a:r>
            <a:endParaRPr lang="en-US" altLang="ja-JP" sz="1100" dirty="0"/>
          </a:p>
          <a:p>
            <a:r>
              <a:rPr lang="en-US" altLang="ja-JP" sz="1100" dirty="0"/>
              <a:t>ETSI EN 302 665 V1.1.1 (2010-09)</a:t>
            </a:r>
            <a:r>
              <a:rPr lang="ja-JP" altLang="en-US" sz="1100" dirty="0"/>
              <a:t>より抜粋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47239B7-0076-4363-B6FB-E71BF4574C51}"/>
              </a:ext>
            </a:extLst>
          </p:cNvPr>
          <p:cNvSpPr/>
          <p:nvPr/>
        </p:nvSpPr>
        <p:spPr>
          <a:xfrm>
            <a:off x="3323531" y="3359922"/>
            <a:ext cx="82747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/>
              <a:t>参考に</a:t>
            </a:r>
            <a:endParaRPr lang="en-US" altLang="ja-JP" dirty="0"/>
          </a:p>
          <a:p>
            <a:r>
              <a:rPr lang="ja-JP" altLang="en-US" dirty="0"/>
              <a:t>して</a:t>
            </a:r>
            <a:endParaRPr lang="en-US" altLang="ja-JP" dirty="0"/>
          </a:p>
          <a:p>
            <a:r>
              <a:rPr lang="ja-JP" altLang="en-US" dirty="0"/>
              <a:t>設計</a:t>
            </a: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B11B2F2-B5A7-420B-B65B-815FE5657CBD}"/>
              </a:ext>
            </a:extLst>
          </p:cNvPr>
          <p:cNvSpPr/>
          <p:nvPr/>
        </p:nvSpPr>
        <p:spPr>
          <a:xfrm>
            <a:off x="3434275" y="4305993"/>
            <a:ext cx="629550" cy="2855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AACB7BD-759F-477A-8085-3DEF90DE1354}"/>
              </a:ext>
            </a:extLst>
          </p:cNvPr>
          <p:cNvSpPr/>
          <p:nvPr/>
        </p:nvSpPr>
        <p:spPr>
          <a:xfrm>
            <a:off x="108065" y="1712671"/>
            <a:ext cx="9143999" cy="413666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378E900-F027-4CF3-917B-0B619D04C596}"/>
              </a:ext>
            </a:extLst>
          </p:cNvPr>
          <p:cNvSpPr/>
          <p:nvPr/>
        </p:nvSpPr>
        <p:spPr>
          <a:xfrm>
            <a:off x="6043139" y="1167923"/>
            <a:ext cx="2655759" cy="971415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9D46869-8D92-437F-9E02-B8A5F6E3B658}"/>
              </a:ext>
            </a:extLst>
          </p:cNvPr>
          <p:cNvSpPr/>
          <p:nvPr/>
        </p:nvSpPr>
        <p:spPr>
          <a:xfrm>
            <a:off x="412864" y="1176082"/>
            <a:ext cx="2939435" cy="971415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B7991D3E-D379-4003-8540-A69913734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010" y="1779786"/>
            <a:ext cx="601505" cy="242542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0FF2BF6F-B5FC-4642-86F3-08E910E6C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799" y="1779786"/>
            <a:ext cx="601505" cy="242542"/>
          </a:xfrm>
          <a:prstGeom prst="rect">
            <a:avLst/>
          </a:prstGeom>
        </p:spPr>
      </p:pic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C057D45C-DDCF-476F-AA5A-E360D09DC1C1}"/>
              </a:ext>
            </a:extLst>
          </p:cNvPr>
          <p:cNvSpPr/>
          <p:nvPr/>
        </p:nvSpPr>
        <p:spPr>
          <a:xfrm>
            <a:off x="1906192" y="1273574"/>
            <a:ext cx="4876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JP" sz="1200" dirty="0"/>
              <a:t>LAN</a:t>
            </a:r>
            <a:endParaRPr lang="ja-JP" altLang="en-US" sz="1200" dirty="0"/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0160F1D9-D0EB-44BB-AB93-BFA381FA4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850" y="638923"/>
            <a:ext cx="452297" cy="631476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1F61E93D-7FCE-4FC6-AB09-2D11CF4690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0810" y="605077"/>
            <a:ext cx="235977" cy="665322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EE29370A-95B6-4A00-B3CB-19408BAB9F9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2188" t="32218" r="19813" b="62094"/>
          <a:stretch/>
        </p:blipFill>
        <p:spPr>
          <a:xfrm>
            <a:off x="7239513" y="790972"/>
            <a:ext cx="513655" cy="474142"/>
          </a:xfrm>
          <a:prstGeom prst="rect">
            <a:avLst/>
          </a:prstGeom>
        </p:spPr>
      </p:pic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48E3E22-887D-4D48-B857-0FD668E56A43}"/>
              </a:ext>
            </a:extLst>
          </p:cNvPr>
          <p:cNvSpPr/>
          <p:nvPr/>
        </p:nvSpPr>
        <p:spPr>
          <a:xfrm>
            <a:off x="3606900" y="1385806"/>
            <a:ext cx="90762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050" dirty="0"/>
              <a:t>セントラル</a:t>
            </a:r>
            <a:r>
              <a:rPr lang="en-US" altLang="ja-JP" sz="1050" dirty="0"/>
              <a:t>DM</a:t>
            </a:r>
            <a:endParaRPr lang="ja-JP" altLang="en-US" sz="1050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9BE8E76-49CC-4A2A-946C-01C25A2BEB8A}"/>
              </a:ext>
            </a:extLst>
          </p:cNvPr>
          <p:cNvSpPr/>
          <p:nvPr/>
        </p:nvSpPr>
        <p:spPr>
          <a:xfrm>
            <a:off x="2692251" y="1544098"/>
            <a:ext cx="66717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050" dirty="0"/>
              <a:t>路側</a:t>
            </a:r>
            <a:r>
              <a:rPr lang="en-US" altLang="ja-JP" sz="1050" dirty="0"/>
              <a:t>DM</a:t>
            </a:r>
            <a:endParaRPr lang="ja-JP" altLang="en-US" sz="1050" dirty="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A33F962-DE91-4AEE-96DD-1B632F5459E3}"/>
              </a:ext>
            </a:extLst>
          </p:cNvPr>
          <p:cNvSpPr/>
          <p:nvPr/>
        </p:nvSpPr>
        <p:spPr>
          <a:xfrm>
            <a:off x="2411934" y="683822"/>
            <a:ext cx="99257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050" dirty="0"/>
              <a:t>協調型路側機</a:t>
            </a:r>
          </a:p>
        </p:txBody>
      </p:sp>
      <p:cxnSp>
        <p:nvCxnSpPr>
          <p:cNvPr id="50" name="カギ線コネクタ 5">
            <a:extLst>
              <a:ext uri="{FF2B5EF4-FFF2-40B4-BE49-F238E27FC236}">
                <a16:creationId xmlns:a16="http://schemas.microsoft.com/office/drawing/2014/main" id="{9E39E00B-14DA-4024-B468-44287DA2E9A7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16200000" flipV="1">
            <a:off x="2130658" y="1280891"/>
            <a:ext cx="12700" cy="997789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図 50">
            <a:extLst>
              <a:ext uri="{FF2B5EF4-FFF2-40B4-BE49-F238E27FC236}">
                <a16:creationId xmlns:a16="http://schemas.microsoft.com/office/drawing/2014/main" id="{E5DF5223-CC04-4FF1-8CB6-338AF762E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312" y="1796727"/>
            <a:ext cx="601505" cy="242542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C045376F-D48D-4E06-9843-5C2669FD6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101" y="1796727"/>
            <a:ext cx="601505" cy="242542"/>
          </a:xfrm>
          <a:prstGeom prst="rect">
            <a:avLst/>
          </a:prstGeom>
        </p:spPr>
      </p:pic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2A95DEA2-A932-4AFF-8FE0-2FBF1BE16712}"/>
              </a:ext>
            </a:extLst>
          </p:cNvPr>
          <p:cNvSpPr/>
          <p:nvPr/>
        </p:nvSpPr>
        <p:spPr>
          <a:xfrm>
            <a:off x="6114248" y="1521264"/>
            <a:ext cx="66717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050" dirty="0"/>
              <a:t>車載</a:t>
            </a:r>
            <a:r>
              <a:rPr lang="en-US" altLang="ja-JP" sz="1050" dirty="0"/>
              <a:t>DM</a:t>
            </a:r>
            <a:endParaRPr lang="ja-JP" altLang="en-US" sz="1050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9EAADCC5-E7F0-4C0C-A72E-98F63C093A68}"/>
              </a:ext>
            </a:extLst>
          </p:cNvPr>
          <p:cNvSpPr/>
          <p:nvPr/>
        </p:nvSpPr>
        <p:spPr>
          <a:xfrm>
            <a:off x="7797571" y="1357264"/>
            <a:ext cx="72327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050" dirty="0"/>
              <a:t>自動運転</a:t>
            </a:r>
            <a:endParaRPr lang="en-US" altLang="ja-JP" sz="1050" dirty="0"/>
          </a:p>
          <a:p>
            <a:r>
              <a:rPr lang="ja-JP" altLang="en-US" sz="1050" dirty="0"/>
              <a:t>システム</a:t>
            </a:r>
          </a:p>
        </p:txBody>
      </p:sp>
      <p:cxnSp>
        <p:nvCxnSpPr>
          <p:cNvPr id="55" name="カギ線コネクタ 77">
            <a:extLst>
              <a:ext uri="{FF2B5EF4-FFF2-40B4-BE49-F238E27FC236}">
                <a16:creationId xmlns:a16="http://schemas.microsoft.com/office/drawing/2014/main" id="{83BCF08E-5B70-4598-91F2-7C79A51BEF19}"/>
              </a:ext>
            </a:extLst>
          </p:cNvPr>
          <p:cNvCxnSpPr>
            <a:cxnSpLocks/>
            <a:stCxn id="52" idx="0"/>
            <a:endCxn id="51" idx="0"/>
          </p:cNvCxnSpPr>
          <p:nvPr/>
        </p:nvCxnSpPr>
        <p:spPr>
          <a:xfrm rot="16200000" flipV="1">
            <a:off x="7269960" y="1297832"/>
            <a:ext cx="12700" cy="997789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7F491CA4-35FE-44C5-8F72-D67E7025A586}"/>
              </a:ext>
            </a:extLst>
          </p:cNvPr>
          <p:cNvCxnSpPr>
            <a:stCxn id="38" idx="3"/>
          </p:cNvCxnSpPr>
          <p:nvPr/>
        </p:nvCxnSpPr>
        <p:spPr>
          <a:xfrm>
            <a:off x="2930304" y="1901057"/>
            <a:ext cx="3527297" cy="355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EAF0792C-AE21-4CFD-A074-157DD005ED66}"/>
              </a:ext>
            </a:extLst>
          </p:cNvPr>
          <p:cNvSpPr/>
          <p:nvPr/>
        </p:nvSpPr>
        <p:spPr>
          <a:xfrm>
            <a:off x="7768853" y="810780"/>
            <a:ext cx="99257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050" dirty="0"/>
              <a:t>自動運転車両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864AB5F-A780-4B5E-8961-DF9FF6B6F3EA}"/>
              </a:ext>
            </a:extLst>
          </p:cNvPr>
          <p:cNvSpPr/>
          <p:nvPr/>
        </p:nvSpPr>
        <p:spPr>
          <a:xfrm>
            <a:off x="4380467" y="674720"/>
            <a:ext cx="976568" cy="198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23716667-64FC-4EC4-BC7E-BF545DB488F8}"/>
              </a:ext>
            </a:extLst>
          </p:cNvPr>
          <p:cNvSpPr/>
          <p:nvPr/>
        </p:nvSpPr>
        <p:spPr>
          <a:xfrm>
            <a:off x="4380466" y="874309"/>
            <a:ext cx="976569" cy="2100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CS(</a:t>
            </a:r>
            <a:r>
              <a:rPr lang="ja-JP" altLang="en-US" sz="900" dirty="0"/>
              <a:t>通信部</a:t>
            </a:r>
            <a:r>
              <a:rPr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6F3BE89B-2527-4E27-AFE1-292CE15C2927}"/>
              </a:ext>
            </a:extLst>
          </p:cNvPr>
          <p:cNvSpPr/>
          <p:nvPr/>
        </p:nvSpPr>
        <p:spPr>
          <a:xfrm>
            <a:off x="4380467" y="451677"/>
            <a:ext cx="976568" cy="2346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API</a:t>
            </a:r>
            <a:r>
              <a:rPr lang="en-US" altLang="ja-JP" sz="900" dirty="0"/>
              <a:t>/DMI</a:t>
            </a:r>
            <a:endParaRPr kumimoji="1" lang="ja-JP" altLang="en-US" sz="900" dirty="0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CEB2E5A2-AEC1-4779-B5E1-1FCCC19E9CDE}"/>
              </a:ext>
            </a:extLst>
          </p:cNvPr>
          <p:cNvSpPr/>
          <p:nvPr/>
        </p:nvSpPr>
        <p:spPr>
          <a:xfrm>
            <a:off x="4207109" y="303223"/>
            <a:ext cx="1293875" cy="1463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アプリ</a:t>
            </a:r>
            <a:r>
              <a:rPr kumimoji="1" lang="en-US" altLang="ja-JP" sz="800" dirty="0"/>
              <a:t>,</a:t>
            </a:r>
            <a:r>
              <a:rPr kumimoji="1" lang="ja-JP" altLang="en-US" sz="800" dirty="0"/>
              <a:t>外部システム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D797A22-00A4-4103-9BE0-A7E003860662}"/>
              </a:ext>
            </a:extLst>
          </p:cNvPr>
          <p:cNvSpPr/>
          <p:nvPr/>
        </p:nvSpPr>
        <p:spPr>
          <a:xfrm>
            <a:off x="4207110" y="1084346"/>
            <a:ext cx="1294940" cy="2613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OS/</a:t>
            </a:r>
            <a:r>
              <a:rPr lang="ja-JP" altLang="en-US" sz="900" dirty="0"/>
              <a:t>ハード</a:t>
            </a:r>
            <a:endParaRPr kumimoji="1" lang="ja-JP" altLang="en-US" sz="900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1F6D6DB-53DA-4C7A-8582-9E5CC69A8137}"/>
              </a:ext>
            </a:extLst>
          </p:cNvPr>
          <p:cNvSpPr/>
          <p:nvPr/>
        </p:nvSpPr>
        <p:spPr>
          <a:xfrm>
            <a:off x="3091214" y="232489"/>
            <a:ext cx="12025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200" dirty="0"/>
              <a:t>●●</a:t>
            </a:r>
            <a:r>
              <a:rPr lang="en-US" altLang="ja-JP" sz="1200" dirty="0"/>
              <a:t>DM</a:t>
            </a:r>
            <a:r>
              <a:rPr lang="ja-JP" altLang="en-US" sz="1200" dirty="0"/>
              <a:t>の構成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3D25AA23-1B3D-40A2-B555-431F22310012}"/>
              </a:ext>
            </a:extLst>
          </p:cNvPr>
          <p:cNvSpPr/>
          <p:nvPr/>
        </p:nvSpPr>
        <p:spPr>
          <a:xfrm>
            <a:off x="3549529" y="658388"/>
            <a:ext cx="7264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900" b="1" dirty="0">
                <a:solidFill>
                  <a:schemeClr val="accent6">
                    <a:lumMod val="75000"/>
                  </a:schemeClr>
                </a:solidFill>
              </a:rPr>
              <a:t>DM2.0PF</a:t>
            </a:r>
            <a:endParaRPr lang="ja-JP" altLang="en-US" sz="9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2FBCBFBB-BC54-44AD-B214-D40746E0C264}"/>
              </a:ext>
            </a:extLst>
          </p:cNvPr>
          <p:cNvSpPr/>
          <p:nvPr/>
        </p:nvSpPr>
        <p:spPr>
          <a:xfrm>
            <a:off x="7008708" y="1288014"/>
            <a:ext cx="4876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JP" sz="1200" dirty="0"/>
              <a:t>LAN</a:t>
            </a:r>
            <a:endParaRPr lang="ja-JP" altLang="en-US" sz="1200" dirty="0"/>
          </a:p>
        </p:txBody>
      </p:sp>
      <p:pic>
        <p:nvPicPr>
          <p:cNvPr id="66" name="Picture 8" descr="AWS アイコンの集丨EdrawMax">
            <a:extLst>
              <a:ext uri="{FF2B5EF4-FFF2-40B4-BE49-F238E27FC236}">
                <a16:creationId xmlns:a16="http://schemas.microsoft.com/office/drawing/2014/main" id="{23AAA67E-4F0D-443A-AC31-C6C81A2DC5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5" t="23717" r="17886" b="21135"/>
          <a:stretch/>
        </p:blipFill>
        <p:spPr bwMode="auto">
          <a:xfrm>
            <a:off x="4374258" y="1359245"/>
            <a:ext cx="536547" cy="49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9B092126-97C4-4F59-AD04-762F9640ACDC}"/>
              </a:ext>
            </a:extLst>
          </p:cNvPr>
          <p:cNvCxnSpPr>
            <a:cxnSpLocks/>
            <a:stCxn id="38" idx="3"/>
            <a:endCxn id="66" idx="1"/>
          </p:cNvCxnSpPr>
          <p:nvPr/>
        </p:nvCxnSpPr>
        <p:spPr>
          <a:xfrm flipV="1">
            <a:off x="2930304" y="1604524"/>
            <a:ext cx="1443954" cy="2965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7F6E1711-5D3A-48B9-81A7-88FADE95704E}"/>
              </a:ext>
            </a:extLst>
          </p:cNvPr>
          <p:cNvCxnSpPr>
            <a:cxnSpLocks/>
            <a:stCxn id="51" idx="1"/>
            <a:endCxn id="66" idx="3"/>
          </p:cNvCxnSpPr>
          <p:nvPr/>
        </p:nvCxnSpPr>
        <p:spPr>
          <a:xfrm flipH="1" flipV="1">
            <a:off x="4910805" y="1604524"/>
            <a:ext cx="1559507" cy="313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886D9636-6C83-491D-8568-D6DFA602B66E}"/>
              </a:ext>
            </a:extLst>
          </p:cNvPr>
          <p:cNvSpPr/>
          <p:nvPr/>
        </p:nvSpPr>
        <p:spPr>
          <a:xfrm>
            <a:off x="5597318" y="1518846"/>
            <a:ext cx="45878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/>
              <a:t>V2N</a:t>
            </a:r>
            <a:endParaRPr lang="ja-JP" altLang="en-US" sz="1050" dirty="0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BB28EF73-6D24-455E-866F-1821C0A342F2}"/>
              </a:ext>
            </a:extLst>
          </p:cNvPr>
          <p:cNvSpPr/>
          <p:nvPr/>
        </p:nvSpPr>
        <p:spPr>
          <a:xfrm>
            <a:off x="4906438" y="1691566"/>
            <a:ext cx="41389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/>
              <a:t>I2V</a:t>
            </a:r>
            <a:endParaRPr lang="ja-JP" altLang="en-US" sz="105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BD1A2FB7-3BFA-436C-B416-6DEAB80A27CF}"/>
              </a:ext>
            </a:extLst>
          </p:cNvPr>
          <p:cNvSpPr/>
          <p:nvPr/>
        </p:nvSpPr>
        <p:spPr>
          <a:xfrm>
            <a:off x="450330" y="1794335"/>
            <a:ext cx="976568" cy="2844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/>
              <a:t>物標認識</a:t>
            </a:r>
            <a:r>
              <a:rPr kumimoji="1" lang="ja-JP" altLang="en-US" sz="800" dirty="0"/>
              <a:t>システム</a:t>
            </a:r>
            <a:r>
              <a:rPr kumimoji="1" lang="en-US" altLang="ja-JP" sz="800" dirty="0"/>
              <a:t>/</a:t>
            </a:r>
          </a:p>
          <a:p>
            <a:pPr algn="ctr"/>
            <a:r>
              <a:rPr lang="ja-JP" altLang="en-US" sz="800" dirty="0"/>
              <a:t>信号制御システム</a:t>
            </a:r>
            <a:endParaRPr kumimoji="1" lang="ja-JP" altLang="en-US" sz="800" dirty="0"/>
          </a:p>
        </p:txBody>
      </p:sp>
      <p:pic>
        <p:nvPicPr>
          <p:cNvPr id="72" name="図 71">
            <a:extLst>
              <a:ext uri="{FF2B5EF4-FFF2-40B4-BE49-F238E27FC236}">
                <a16:creationId xmlns:a16="http://schemas.microsoft.com/office/drawing/2014/main" id="{7338317A-91F5-4CF3-A8D5-33A0E65E7E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3782" y="815514"/>
            <a:ext cx="772375" cy="436899"/>
          </a:xfrm>
          <a:prstGeom prst="rect">
            <a:avLst/>
          </a:prstGeom>
        </p:spPr>
      </p:pic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9DE46058-02E7-46D1-BABA-697C132A21CA}"/>
              </a:ext>
            </a:extLst>
          </p:cNvPr>
          <p:cNvSpPr/>
          <p:nvPr/>
        </p:nvSpPr>
        <p:spPr>
          <a:xfrm>
            <a:off x="4207109" y="449614"/>
            <a:ext cx="173355" cy="6347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600" dirty="0">
                <a:solidFill>
                  <a:schemeClr val="tx1"/>
                </a:solidFill>
              </a:rPr>
              <a:t>マネジメント</a:t>
            </a:r>
            <a:endParaRPr kumimoji="1" lang="ja-JP" altLang="en-US" sz="600" dirty="0">
              <a:solidFill>
                <a:schemeClr val="tx1"/>
              </a:solidFill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AA5D2DE3-8F13-4A3B-AC37-BC41218F5B4D}"/>
              </a:ext>
            </a:extLst>
          </p:cNvPr>
          <p:cNvSpPr/>
          <p:nvPr/>
        </p:nvSpPr>
        <p:spPr>
          <a:xfrm>
            <a:off x="5349907" y="449614"/>
            <a:ext cx="151077" cy="6324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</a:rPr>
              <a:t>セキュリティ</a:t>
            </a:r>
          </a:p>
        </p:txBody>
      </p:sp>
      <p:sp>
        <p:nvSpPr>
          <p:cNvPr id="75" name="角丸四角形 108">
            <a:extLst>
              <a:ext uri="{FF2B5EF4-FFF2-40B4-BE49-F238E27FC236}">
                <a16:creationId xmlns:a16="http://schemas.microsoft.com/office/drawing/2014/main" id="{054CD4A9-B614-47F5-BE67-D7E3FAD1E454}"/>
              </a:ext>
            </a:extLst>
          </p:cNvPr>
          <p:cNvSpPr/>
          <p:nvPr/>
        </p:nvSpPr>
        <p:spPr>
          <a:xfrm>
            <a:off x="3543913" y="458978"/>
            <a:ext cx="2113947" cy="61999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04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5152B31A-B146-4770-A25C-43718630E5AA}"/>
              </a:ext>
            </a:extLst>
          </p:cNvPr>
          <p:cNvSpPr/>
          <p:nvPr/>
        </p:nvSpPr>
        <p:spPr>
          <a:xfrm>
            <a:off x="535629" y="3960488"/>
            <a:ext cx="2939912" cy="1987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1" lang="ja-JP" altLang="en-US" sz="900" dirty="0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9C2484A7-3B55-45A0-8EC7-C515D537CDB7}"/>
              </a:ext>
            </a:extLst>
          </p:cNvPr>
          <p:cNvSpPr/>
          <p:nvPr/>
        </p:nvSpPr>
        <p:spPr>
          <a:xfrm>
            <a:off x="1720503" y="5288465"/>
            <a:ext cx="1808385" cy="145758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kumimoji="1" lang="ja-JP" altLang="en-US" sz="900" dirty="0"/>
              <a:t>手動運転車両 </a:t>
            </a:r>
            <a:r>
              <a:rPr kumimoji="1" lang="en-US" altLang="ja-JP" sz="900" dirty="0"/>
              <a:t>/ </a:t>
            </a:r>
            <a:r>
              <a:rPr kumimoji="1" lang="ja-JP" altLang="en-US" sz="900" dirty="0"/>
              <a:t>自動運転車両</a:t>
            </a: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8995179F-3B28-4BC7-80C6-D86F0764485D}"/>
              </a:ext>
            </a:extLst>
          </p:cNvPr>
          <p:cNvSpPr/>
          <p:nvPr/>
        </p:nvSpPr>
        <p:spPr>
          <a:xfrm>
            <a:off x="-697529" y="4585144"/>
            <a:ext cx="2131342" cy="78627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kumimoji="1" lang="ja-JP" altLang="en-US" sz="900" dirty="0"/>
              <a:t>道路インフラ装置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9BF033FC-526C-4E44-90F6-D42EF4BD6D4B}"/>
              </a:ext>
            </a:extLst>
          </p:cNvPr>
          <p:cNvSpPr/>
          <p:nvPr/>
        </p:nvSpPr>
        <p:spPr>
          <a:xfrm>
            <a:off x="4892700" y="4044978"/>
            <a:ext cx="3578866" cy="270106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ja-JP" altLang="en-US" sz="1050" dirty="0"/>
              <a:t>路側</a:t>
            </a:r>
            <a:r>
              <a:rPr kumimoji="1" lang="en-US" altLang="ja-JP" sz="1050" dirty="0"/>
              <a:t>DM / </a:t>
            </a:r>
            <a:r>
              <a:rPr kumimoji="1" lang="ja-JP" altLang="en-US" sz="1050" dirty="0"/>
              <a:t>セントラル</a:t>
            </a:r>
            <a:r>
              <a:rPr kumimoji="1" lang="en-US" altLang="ja-JP" sz="1050" dirty="0"/>
              <a:t>DM / </a:t>
            </a:r>
            <a:r>
              <a:rPr kumimoji="1" lang="ja-JP" altLang="en-US" sz="1050" dirty="0"/>
              <a:t>中域</a:t>
            </a:r>
            <a:r>
              <a:rPr kumimoji="1" lang="en-US" altLang="ja-JP" sz="1050" dirty="0"/>
              <a:t>DM</a:t>
            </a:r>
            <a:r>
              <a:rPr lang="ja-JP" altLang="en-US" sz="1050" dirty="0"/>
              <a:t> </a:t>
            </a:r>
            <a:r>
              <a:rPr lang="en-US" altLang="ja-JP" sz="1050" dirty="0"/>
              <a:t>/ </a:t>
            </a:r>
            <a:r>
              <a:rPr kumimoji="1" lang="ja-JP" altLang="en-US" sz="1050" dirty="0"/>
              <a:t>車載</a:t>
            </a:r>
            <a:r>
              <a:rPr kumimoji="1" lang="en-US" altLang="ja-JP" sz="1050" dirty="0"/>
              <a:t>DM </a:t>
            </a:r>
            <a:r>
              <a:rPr kumimoji="1" lang="ja-JP" altLang="en-US" sz="1050" dirty="0"/>
              <a:t>共通の構成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80CE20D-471B-48ED-85A7-0B47D5537938}"/>
              </a:ext>
            </a:extLst>
          </p:cNvPr>
          <p:cNvSpPr/>
          <p:nvPr/>
        </p:nvSpPr>
        <p:spPr>
          <a:xfrm>
            <a:off x="5429249" y="5432294"/>
            <a:ext cx="2495831" cy="47111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ネットワーク＆トランスポート層</a:t>
            </a:r>
            <a:endParaRPr kumimoji="1" lang="ja-JP" altLang="en-US" sz="900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14EAD2D-0CDB-42CA-A6D3-66D445FC6918}"/>
              </a:ext>
            </a:extLst>
          </p:cNvPr>
          <p:cNvSpPr/>
          <p:nvPr/>
        </p:nvSpPr>
        <p:spPr>
          <a:xfrm>
            <a:off x="5437754" y="6026205"/>
            <a:ext cx="2488759" cy="67546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アクセス層</a:t>
            </a:r>
            <a:endParaRPr kumimoji="1" lang="ja-JP" altLang="en-US" sz="9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1750F48-B2CB-4108-9FE6-72D3640BD46E}"/>
              </a:ext>
            </a:extLst>
          </p:cNvPr>
          <p:cNvSpPr/>
          <p:nvPr/>
        </p:nvSpPr>
        <p:spPr>
          <a:xfrm>
            <a:off x="5557025" y="6388848"/>
            <a:ext cx="770818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ITS</a:t>
            </a:r>
            <a:r>
              <a:rPr lang="ja-JP" altLang="en-US" sz="900" dirty="0"/>
              <a:t>無線機</a:t>
            </a:r>
            <a:endParaRPr kumimoji="1" lang="ja-JP" altLang="en-US" sz="9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D97E25E-EFA2-43F6-A435-C48C668C0030}"/>
              </a:ext>
            </a:extLst>
          </p:cNvPr>
          <p:cNvSpPr/>
          <p:nvPr/>
        </p:nvSpPr>
        <p:spPr>
          <a:xfrm>
            <a:off x="6187029" y="5648968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UDP</a:t>
            </a:r>
            <a:endParaRPr kumimoji="1" lang="ja-JP" altLang="en-US" sz="900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C92AB2F-BCD1-4D6D-AEA5-BC9B766D3A94}"/>
              </a:ext>
            </a:extLst>
          </p:cNvPr>
          <p:cNvSpPr/>
          <p:nvPr/>
        </p:nvSpPr>
        <p:spPr>
          <a:xfrm>
            <a:off x="6744129" y="5648968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DTLS</a:t>
            </a:r>
            <a:endParaRPr kumimoji="1" lang="ja-JP" altLang="en-US" sz="9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5602564-F94B-4D50-ACE4-8CD5AEA2CB3B}"/>
              </a:ext>
            </a:extLst>
          </p:cNvPr>
          <p:cNvSpPr/>
          <p:nvPr/>
        </p:nvSpPr>
        <p:spPr>
          <a:xfrm>
            <a:off x="7301229" y="5648967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QUIC</a:t>
            </a:r>
            <a:endParaRPr kumimoji="1" lang="ja-JP" altLang="en-US" sz="9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5251A78-0212-4C97-AE4E-02DDCEAD4CE0}"/>
              </a:ext>
            </a:extLst>
          </p:cNvPr>
          <p:cNvSpPr/>
          <p:nvPr/>
        </p:nvSpPr>
        <p:spPr>
          <a:xfrm>
            <a:off x="6394550" y="6388848"/>
            <a:ext cx="561904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携帯網</a:t>
            </a:r>
            <a:endParaRPr kumimoji="1" lang="ja-JP" altLang="en-US" sz="900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26098EB-2B6B-4A11-8628-3425FC38293B}"/>
              </a:ext>
            </a:extLst>
          </p:cNvPr>
          <p:cNvSpPr/>
          <p:nvPr/>
        </p:nvSpPr>
        <p:spPr>
          <a:xfrm>
            <a:off x="7023161" y="6390104"/>
            <a:ext cx="73768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Ethernet</a:t>
            </a:r>
            <a:endParaRPr kumimoji="1" lang="ja-JP" altLang="en-US" sz="9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3F42B51-B5B1-4D21-A547-2BE6AACF297A}"/>
              </a:ext>
            </a:extLst>
          </p:cNvPr>
          <p:cNvSpPr/>
          <p:nvPr/>
        </p:nvSpPr>
        <p:spPr>
          <a:xfrm>
            <a:off x="5437755" y="4615145"/>
            <a:ext cx="2487326" cy="7079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ファシリティ層</a:t>
            </a:r>
            <a:endParaRPr kumimoji="1" lang="ja-JP" altLang="en-US" sz="9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23E78302-C6F0-4FBC-A9F9-60264DC12E95}"/>
              </a:ext>
            </a:extLst>
          </p:cNvPr>
          <p:cNvSpPr/>
          <p:nvPr/>
        </p:nvSpPr>
        <p:spPr>
          <a:xfrm>
            <a:off x="5112390" y="4615145"/>
            <a:ext cx="276303" cy="2086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マネジメント層</a:t>
            </a:r>
            <a:endParaRPr kumimoji="1" lang="ja-JP" altLang="en-US" sz="900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3EF6F18-547B-425E-9473-3203355EA503}"/>
              </a:ext>
            </a:extLst>
          </p:cNvPr>
          <p:cNvSpPr/>
          <p:nvPr/>
        </p:nvSpPr>
        <p:spPr>
          <a:xfrm>
            <a:off x="8008737" y="4615145"/>
            <a:ext cx="287545" cy="2086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セキュリティ層</a:t>
            </a:r>
            <a:endParaRPr kumimoji="1" lang="ja-JP" altLang="en-US" sz="900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0D975D9-7FD8-4694-A19E-A0BDB558A0AD}"/>
              </a:ext>
            </a:extLst>
          </p:cNvPr>
          <p:cNvSpPr/>
          <p:nvPr/>
        </p:nvSpPr>
        <p:spPr>
          <a:xfrm>
            <a:off x="5112389" y="4305267"/>
            <a:ext cx="3183893" cy="24938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アプリケーション層</a:t>
            </a:r>
            <a:endParaRPr kumimoji="1" lang="ja-JP" altLang="en-US" sz="9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9B56DF9-354F-4858-8740-A5AB0004F7BB}"/>
              </a:ext>
            </a:extLst>
          </p:cNvPr>
          <p:cNvSpPr/>
          <p:nvPr/>
        </p:nvSpPr>
        <p:spPr>
          <a:xfrm>
            <a:off x="5557025" y="4835114"/>
            <a:ext cx="476126" cy="422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DMI</a:t>
            </a:r>
          </a:p>
          <a:p>
            <a:pPr algn="ctr"/>
            <a:r>
              <a:rPr lang="en-US" altLang="ja-JP" sz="900" dirty="0"/>
              <a:t>(</a:t>
            </a:r>
            <a:r>
              <a:rPr lang="ja-JP" altLang="en-US" sz="900" dirty="0"/>
              <a:t>外部</a:t>
            </a:r>
            <a:r>
              <a:rPr lang="en-US" altLang="ja-JP" sz="900" dirty="0"/>
              <a:t>I/F)</a:t>
            </a:r>
            <a:endParaRPr kumimoji="1" lang="ja-JP" altLang="en-US" sz="9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BA8A22D-C3F5-4076-95A0-C102AA2C80E8}"/>
              </a:ext>
            </a:extLst>
          </p:cNvPr>
          <p:cNvSpPr/>
          <p:nvPr/>
        </p:nvSpPr>
        <p:spPr>
          <a:xfrm>
            <a:off x="5623368" y="5648967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TCP</a:t>
            </a:r>
            <a:endParaRPr kumimoji="1" lang="ja-JP" altLang="en-US" sz="900" dirty="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AACB7BD-759F-477A-8085-3DEF90DE1354}"/>
              </a:ext>
            </a:extLst>
          </p:cNvPr>
          <p:cNvSpPr/>
          <p:nvPr/>
        </p:nvSpPr>
        <p:spPr>
          <a:xfrm>
            <a:off x="108065" y="1712671"/>
            <a:ext cx="9143999" cy="413666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4ADF058A-763F-478D-9CA2-AD6B7DC742E1}"/>
              </a:ext>
            </a:extLst>
          </p:cNvPr>
          <p:cNvSpPr/>
          <p:nvPr/>
        </p:nvSpPr>
        <p:spPr>
          <a:xfrm>
            <a:off x="1887354" y="4044979"/>
            <a:ext cx="1514859" cy="39549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クラウド</a:t>
            </a:r>
            <a:endParaRPr lang="en-US" altLang="ja-JP" sz="900" dirty="0"/>
          </a:p>
          <a:p>
            <a:pPr algn="ctr"/>
            <a:r>
              <a:rPr lang="ja-JP" altLang="en-US" sz="900" dirty="0"/>
              <a:t>（</a:t>
            </a:r>
            <a:r>
              <a:rPr kumimoji="1" lang="ja-JP" altLang="en-US" sz="900" dirty="0"/>
              <a:t>セントラル</a:t>
            </a:r>
            <a:r>
              <a:rPr kumimoji="1" lang="en-US" altLang="ja-JP" sz="900" dirty="0"/>
              <a:t>DM, </a:t>
            </a:r>
            <a:r>
              <a:rPr kumimoji="1" lang="ja-JP" altLang="en-US" sz="900" dirty="0"/>
              <a:t>中域</a:t>
            </a:r>
            <a:r>
              <a:rPr kumimoji="1" lang="en-US" altLang="ja-JP" sz="900" dirty="0"/>
              <a:t>DM</a:t>
            </a:r>
            <a:r>
              <a:rPr kumimoji="1" lang="ja-JP" altLang="en-US" sz="900" dirty="0"/>
              <a:t>）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3A93E3CE-4441-4B85-9927-B8447993021C}"/>
              </a:ext>
            </a:extLst>
          </p:cNvPr>
          <p:cNvSpPr/>
          <p:nvPr/>
        </p:nvSpPr>
        <p:spPr>
          <a:xfrm>
            <a:off x="1914520" y="5448344"/>
            <a:ext cx="1487693" cy="39549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車載</a:t>
            </a:r>
            <a:r>
              <a:rPr kumimoji="1" lang="en-US" altLang="ja-JP" sz="900" dirty="0"/>
              <a:t>DM</a:t>
            </a:r>
            <a:endParaRPr kumimoji="1" lang="ja-JP" altLang="en-US" sz="900" dirty="0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39F60B35-365B-4C32-A9B7-EE3475CE9873}"/>
              </a:ext>
            </a:extLst>
          </p:cNvPr>
          <p:cNvSpPr/>
          <p:nvPr/>
        </p:nvSpPr>
        <p:spPr>
          <a:xfrm>
            <a:off x="660254" y="4775063"/>
            <a:ext cx="595953" cy="39549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路側</a:t>
            </a:r>
            <a:r>
              <a:rPr kumimoji="1" lang="en-US" altLang="ja-JP" sz="900" dirty="0"/>
              <a:t>DM</a:t>
            </a:r>
            <a:endParaRPr kumimoji="1" lang="ja-JP" altLang="en-US" sz="900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125864D-23F9-4523-B78E-E0256210F544}"/>
              </a:ext>
            </a:extLst>
          </p:cNvPr>
          <p:cNvSpPr/>
          <p:nvPr/>
        </p:nvSpPr>
        <p:spPr>
          <a:xfrm>
            <a:off x="6154482" y="4831764"/>
            <a:ext cx="1645566" cy="198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B7222-911D-4B91-B722-24A5FBDF7922}"/>
              </a:ext>
            </a:extLst>
          </p:cNvPr>
          <p:cNvSpPr/>
          <p:nvPr/>
        </p:nvSpPr>
        <p:spPr>
          <a:xfrm>
            <a:off x="6154482" y="5031353"/>
            <a:ext cx="1645566" cy="2100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CS(</a:t>
            </a:r>
            <a:r>
              <a:rPr lang="ja-JP" altLang="en-US" sz="900" dirty="0"/>
              <a:t>通信部</a:t>
            </a:r>
            <a:r>
              <a:rPr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AEBA3036-4960-41F8-81FA-26D95F05AF9C}"/>
              </a:ext>
            </a:extLst>
          </p:cNvPr>
          <p:cNvSpPr/>
          <p:nvPr/>
        </p:nvSpPr>
        <p:spPr>
          <a:xfrm>
            <a:off x="-597776" y="4775063"/>
            <a:ext cx="1014135" cy="395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インフラセンサー </a:t>
            </a:r>
            <a:r>
              <a:rPr lang="en-US" altLang="ja-JP" sz="900" dirty="0"/>
              <a:t>/ </a:t>
            </a:r>
            <a:r>
              <a:rPr lang="ja-JP" altLang="en-US" sz="900" dirty="0"/>
              <a:t>信号制御器</a:t>
            </a:r>
            <a:endParaRPr kumimoji="1" lang="ja-JP" altLang="en-US" sz="900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2588F74-FCF8-4ECA-BF00-27B1A14A4986}"/>
              </a:ext>
            </a:extLst>
          </p:cNvPr>
          <p:cNvCxnSpPr>
            <a:cxnSpLocks/>
            <a:stCxn id="82" idx="3"/>
            <a:endCxn id="78" idx="1"/>
          </p:cNvCxnSpPr>
          <p:nvPr/>
        </p:nvCxnSpPr>
        <p:spPr>
          <a:xfrm>
            <a:off x="416359" y="4972812"/>
            <a:ext cx="243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AED94473-71B9-41ED-87BE-1717BFF45A01}"/>
              </a:ext>
            </a:extLst>
          </p:cNvPr>
          <p:cNvCxnSpPr>
            <a:cxnSpLocks/>
            <a:stCxn id="76" idx="1"/>
            <a:endCxn id="78" idx="3"/>
          </p:cNvCxnSpPr>
          <p:nvPr/>
        </p:nvCxnSpPr>
        <p:spPr>
          <a:xfrm flipH="1">
            <a:off x="1256207" y="4242728"/>
            <a:ext cx="631147" cy="7300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B20F7E2F-2264-4D48-8BD3-2FFE135CC02C}"/>
              </a:ext>
            </a:extLst>
          </p:cNvPr>
          <p:cNvCxnSpPr>
            <a:cxnSpLocks/>
            <a:stCxn id="77" idx="1"/>
            <a:endCxn id="78" idx="3"/>
          </p:cNvCxnSpPr>
          <p:nvPr/>
        </p:nvCxnSpPr>
        <p:spPr>
          <a:xfrm flipH="1" flipV="1">
            <a:off x="1256207" y="4972812"/>
            <a:ext cx="658313" cy="6732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DA4E2A8F-730C-445B-ADCE-46A752D50C6C}"/>
              </a:ext>
            </a:extLst>
          </p:cNvPr>
          <p:cNvCxnSpPr>
            <a:cxnSpLocks/>
            <a:stCxn id="77" idx="0"/>
            <a:endCxn id="76" idx="2"/>
          </p:cNvCxnSpPr>
          <p:nvPr/>
        </p:nvCxnSpPr>
        <p:spPr>
          <a:xfrm flipH="1" flipV="1">
            <a:off x="2644784" y="4440477"/>
            <a:ext cx="13583" cy="10078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A4440E68-72E6-4680-ABD1-E3C19190FBB2}"/>
              </a:ext>
            </a:extLst>
          </p:cNvPr>
          <p:cNvSpPr/>
          <p:nvPr/>
        </p:nvSpPr>
        <p:spPr>
          <a:xfrm>
            <a:off x="1914521" y="6091829"/>
            <a:ext cx="1487692" cy="395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ADAS</a:t>
            </a:r>
            <a:r>
              <a:rPr kumimoji="1" lang="ja-JP" altLang="en-US" sz="900" dirty="0"/>
              <a:t>システム </a:t>
            </a:r>
            <a:r>
              <a:rPr kumimoji="1" lang="en-US" altLang="ja-JP" sz="900" dirty="0"/>
              <a:t>/ </a:t>
            </a:r>
            <a:br>
              <a:rPr kumimoji="1" lang="en-US" altLang="ja-JP" sz="900" dirty="0"/>
            </a:br>
            <a:r>
              <a:rPr kumimoji="1" lang="ja-JP" altLang="en-US" sz="900" dirty="0"/>
              <a:t>自動運転システム</a:t>
            </a:r>
          </a:p>
        </p:txBody>
      </p: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EB3D08CA-AFBA-4281-A60E-A9810D777690}"/>
              </a:ext>
            </a:extLst>
          </p:cNvPr>
          <p:cNvCxnSpPr>
            <a:cxnSpLocks/>
            <a:stCxn id="88" idx="0"/>
            <a:endCxn id="77" idx="2"/>
          </p:cNvCxnSpPr>
          <p:nvPr/>
        </p:nvCxnSpPr>
        <p:spPr>
          <a:xfrm flipV="1">
            <a:off x="2658367" y="5843842"/>
            <a:ext cx="0" cy="2479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6834787F-E795-41B8-AFE6-1C920B847B08}"/>
              </a:ext>
            </a:extLst>
          </p:cNvPr>
          <p:cNvSpPr/>
          <p:nvPr/>
        </p:nvSpPr>
        <p:spPr>
          <a:xfrm>
            <a:off x="1882570" y="3317002"/>
            <a:ext cx="1514859" cy="395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err="1"/>
              <a:t>MaaS</a:t>
            </a:r>
            <a:r>
              <a:rPr kumimoji="1" lang="en-US" altLang="ja-JP" sz="900" dirty="0"/>
              <a:t> PF, </a:t>
            </a:r>
            <a:r>
              <a:rPr kumimoji="1" lang="ja-JP" altLang="en-US" sz="900" dirty="0"/>
              <a:t>都市</a:t>
            </a:r>
            <a:r>
              <a:rPr kumimoji="1" lang="en-US" altLang="ja-JP" sz="900" dirty="0"/>
              <a:t>OS</a:t>
            </a:r>
            <a:r>
              <a:rPr lang="en-US" altLang="ja-JP" sz="900" dirty="0"/>
              <a:t>,</a:t>
            </a:r>
            <a:r>
              <a:rPr lang="ja-JP" altLang="en-US" sz="900" dirty="0"/>
              <a:t> </a:t>
            </a:r>
            <a:r>
              <a:rPr lang="en-US" altLang="ja-JP" sz="900" dirty="0"/>
              <a:t>AI</a:t>
            </a:r>
            <a:r>
              <a:rPr lang="ja-JP" altLang="en-US" sz="900" dirty="0"/>
              <a:t>等</a:t>
            </a:r>
            <a:endParaRPr kumimoji="1" lang="ja-JP" altLang="en-US" sz="900" dirty="0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BDC3CBA9-895B-426F-8448-E4BA5826F76B}"/>
              </a:ext>
            </a:extLst>
          </p:cNvPr>
          <p:cNvSpPr/>
          <p:nvPr/>
        </p:nvSpPr>
        <p:spPr>
          <a:xfrm>
            <a:off x="-249487" y="3466116"/>
            <a:ext cx="1185487" cy="395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交通管制システム</a:t>
            </a:r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A433F710-94D2-47C3-ABE4-FB81BD9E3FC1}"/>
              </a:ext>
            </a:extLst>
          </p:cNvPr>
          <p:cNvCxnSpPr>
            <a:cxnSpLocks/>
            <a:stCxn id="101" idx="2"/>
            <a:endCxn id="82" idx="0"/>
          </p:cNvCxnSpPr>
          <p:nvPr/>
        </p:nvCxnSpPr>
        <p:spPr>
          <a:xfrm flipH="1">
            <a:off x="-90708" y="3861614"/>
            <a:ext cx="433965" cy="9134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0B377AB0-898C-498F-903A-9D8FE4124718}"/>
              </a:ext>
            </a:extLst>
          </p:cNvPr>
          <p:cNvCxnSpPr>
            <a:cxnSpLocks/>
            <a:stCxn id="76" idx="1"/>
            <a:endCxn id="101" idx="3"/>
          </p:cNvCxnSpPr>
          <p:nvPr/>
        </p:nvCxnSpPr>
        <p:spPr>
          <a:xfrm flipH="1" flipV="1">
            <a:off x="936000" y="3663865"/>
            <a:ext cx="951354" cy="5788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94C5C6BB-5E0F-4177-9A60-E78F6D96C96E}"/>
              </a:ext>
            </a:extLst>
          </p:cNvPr>
          <p:cNvCxnSpPr>
            <a:cxnSpLocks/>
            <a:stCxn id="76" idx="0"/>
            <a:endCxn id="100" idx="2"/>
          </p:cNvCxnSpPr>
          <p:nvPr/>
        </p:nvCxnSpPr>
        <p:spPr>
          <a:xfrm flipH="1" flipV="1">
            <a:off x="2640000" y="3712500"/>
            <a:ext cx="4784" cy="3324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E5391809-D102-490B-9CA1-E5B5022D52BC}"/>
              </a:ext>
            </a:extLst>
          </p:cNvPr>
          <p:cNvSpPr/>
          <p:nvPr/>
        </p:nvSpPr>
        <p:spPr>
          <a:xfrm>
            <a:off x="3724361" y="5283570"/>
            <a:ext cx="851923" cy="395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遠隔</a:t>
            </a:r>
            <a:r>
              <a:rPr lang="ja-JP" altLang="en-US" sz="900" dirty="0"/>
              <a:t>運転 </a:t>
            </a:r>
            <a:r>
              <a:rPr lang="en-US" altLang="ja-JP" sz="900" dirty="0"/>
              <a:t>/ </a:t>
            </a:r>
            <a:r>
              <a:rPr kumimoji="1" lang="ja-JP" altLang="en-US" sz="900" dirty="0"/>
              <a:t>監視システム</a:t>
            </a:r>
          </a:p>
        </p:txBody>
      </p:sp>
      <p:cxnSp>
        <p:nvCxnSpPr>
          <p:cNvPr id="112" name="直線矢印コネクタ 111">
            <a:extLst>
              <a:ext uri="{FF2B5EF4-FFF2-40B4-BE49-F238E27FC236}">
                <a16:creationId xmlns:a16="http://schemas.microsoft.com/office/drawing/2014/main" id="{40603D28-6BB0-4875-A40F-A859703BF14E}"/>
              </a:ext>
            </a:extLst>
          </p:cNvPr>
          <p:cNvCxnSpPr>
            <a:cxnSpLocks/>
            <a:stCxn id="88" idx="3"/>
            <a:endCxn id="111" idx="2"/>
          </p:cNvCxnSpPr>
          <p:nvPr/>
        </p:nvCxnSpPr>
        <p:spPr>
          <a:xfrm flipV="1">
            <a:off x="3402213" y="5679068"/>
            <a:ext cx="748110" cy="6105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ADA85F51-3610-448D-B827-84389E721EA7}"/>
              </a:ext>
            </a:extLst>
          </p:cNvPr>
          <p:cNvCxnSpPr>
            <a:cxnSpLocks/>
            <a:stCxn id="111" idx="0"/>
            <a:endCxn id="76" idx="3"/>
          </p:cNvCxnSpPr>
          <p:nvPr/>
        </p:nvCxnSpPr>
        <p:spPr>
          <a:xfrm flipH="1" flipV="1">
            <a:off x="3402213" y="4242728"/>
            <a:ext cx="748110" cy="10408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371FDA58-4F32-492C-A9A2-A1C655ACD78E}"/>
              </a:ext>
            </a:extLst>
          </p:cNvPr>
          <p:cNvSpPr/>
          <p:nvPr/>
        </p:nvSpPr>
        <p:spPr>
          <a:xfrm>
            <a:off x="3679844" y="3473530"/>
            <a:ext cx="1018519" cy="4474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VICS</a:t>
            </a:r>
            <a:r>
              <a:rPr kumimoji="1" lang="ja-JP" altLang="en-US" sz="900" dirty="0"/>
              <a:t>センター等の情報源</a:t>
            </a:r>
          </a:p>
        </p:txBody>
      </p: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0479DBB2-2FB0-4104-97CF-8261BA9D34F9}"/>
              </a:ext>
            </a:extLst>
          </p:cNvPr>
          <p:cNvCxnSpPr>
            <a:cxnSpLocks/>
            <a:stCxn id="118" idx="1"/>
          </p:cNvCxnSpPr>
          <p:nvPr/>
        </p:nvCxnSpPr>
        <p:spPr>
          <a:xfrm flipH="1">
            <a:off x="3352437" y="3697258"/>
            <a:ext cx="327407" cy="347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6C04E97D-1DFD-4C10-8C13-9E8AFEB6BC32}"/>
              </a:ext>
            </a:extLst>
          </p:cNvPr>
          <p:cNvSpPr/>
          <p:nvPr/>
        </p:nvSpPr>
        <p:spPr>
          <a:xfrm>
            <a:off x="1649517" y="4695185"/>
            <a:ext cx="888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200" b="1" dirty="0">
                <a:solidFill>
                  <a:srgbClr val="2D2DFF"/>
                </a:solidFill>
              </a:rPr>
              <a:t>DM2.0</a:t>
            </a:r>
            <a:br>
              <a:rPr lang="en-US" altLang="ja-JP" sz="1200" b="1" dirty="0">
                <a:solidFill>
                  <a:srgbClr val="2D2DFF"/>
                </a:solidFill>
              </a:rPr>
            </a:br>
            <a:r>
              <a:rPr lang="en-US" altLang="ja-JP" sz="1200" b="1" dirty="0">
                <a:solidFill>
                  <a:srgbClr val="2D2DFF"/>
                </a:solidFill>
              </a:rPr>
              <a:t>Platform</a:t>
            </a:r>
            <a:endParaRPr lang="ja-JP" altLang="en-US" sz="1200" b="1" dirty="0">
              <a:solidFill>
                <a:srgbClr val="2D2DFF"/>
              </a:solidFill>
            </a:endParaRPr>
          </a:p>
        </p:txBody>
      </p:sp>
      <p:pic>
        <p:nvPicPr>
          <p:cNvPr id="81" name="図 80" descr="ダイアグラム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3C09D96-B2FA-4894-AF13-DA265097CD2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77" y="290040"/>
            <a:ext cx="3771511" cy="276824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B7B2BC60-F1A8-41E9-847E-B5C1E963E365}"/>
              </a:ext>
            </a:extLst>
          </p:cNvPr>
          <p:cNvSpPr/>
          <p:nvPr/>
        </p:nvSpPr>
        <p:spPr>
          <a:xfrm>
            <a:off x="3674861" y="3971219"/>
            <a:ext cx="1018519" cy="395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歩行者、自転車（スマホ）</a:t>
            </a: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D0B7BF1C-C8F4-4330-87C2-BC8DE06E13F8}"/>
              </a:ext>
            </a:extLst>
          </p:cNvPr>
          <p:cNvCxnSpPr>
            <a:cxnSpLocks/>
            <a:stCxn id="83" idx="1"/>
          </p:cNvCxnSpPr>
          <p:nvPr/>
        </p:nvCxnSpPr>
        <p:spPr>
          <a:xfrm flipH="1" flipV="1">
            <a:off x="3402213" y="4161963"/>
            <a:ext cx="272648" cy="70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405899F8-923A-4FC8-8BB2-556333581E11}"/>
              </a:ext>
            </a:extLst>
          </p:cNvPr>
          <p:cNvSpPr/>
          <p:nvPr/>
        </p:nvSpPr>
        <p:spPr>
          <a:xfrm>
            <a:off x="5474754" y="3434501"/>
            <a:ext cx="859939" cy="3296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提供する機能</a:t>
            </a: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99092D24-30E9-40DE-99FE-28E5B1B80BDB}"/>
              </a:ext>
            </a:extLst>
          </p:cNvPr>
          <p:cNvSpPr/>
          <p:nvPr/>
        </p:nvSpPr>
        <p:spPr>
          <a:xfrm>
            <a:off x="4920232" y="3336076"/>
            <a:ext cx="3551333" cy="51442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kumimoji="1" lang="ja-JP" altLang="en-US" sz="900" dirty="0"/>
              <a:t>凡例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CA95897F-917F-4E86-8287-69915255266B}"/>
              </a:ext>
            </a:extLst>
          </p:cNvPr>
          <p:cNvSpPr/>
          <p:nvPr/>
        </p:nvSpPr>
        <p:spPr>
          <a:xfrm>
            <a:off x="6458989" y="3419397"/>
            <a:ext cx="1837293" cy="344796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DM: </a:t>
            </a:r>
            <a:r>
              <a:rPr kumimoji="1" lang="ja-JP" altLang="en-US" sz="900" dirty="0"/>
              <a:t>端末上で動作するインスタンス。場所・役割毎に接頭辞を付ける。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907AD6-F55C-9E67-0149-C17C9CC69CA9}"/>
              </a:ext>
            </a:extLst>
          </p:cNvPr>
          <p:cNvSpPr/>
          <p:nvPr/>
        </p:nvSpPr>
        <p:spPr>
          <a:xfrm>
            <a:off x="7023161" y="6078537"/>
            <a:ext cx="73768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その他</a:t>
            </a:r>
          </a:p>
        </p:txBody>
      </p:sp>
    </p:spTree>
    <p:extLst>
      <p:ext uri="{BB962C8B-B14F-4D97-AF65-F5344CB8AC3E}">
        <p14:creationId xmlns:p14="http://schemas.microsoft.com/office/powerpoint/2010/main" val="58162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9BF033FC-526C-4E44-90F6-D42EF4BD6D4B}"/>
              </a:ext>
            </a:extLst>
          </p:cNvPr>
          <p:cNvSpPr/>
          <p:nvPr/>
        </p:nvSpPr>
        <p:spPr>
          <a:xfrm>
            <a:off x="197058" y="922711"/>
            <a:ext cx="3676422" cy="354953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1050" dirty="0"/>
              <a:t>DM</a:t>
            </a:r>
            <a:r>
              <a:rPr lang="ja-JP" altLang="en-US" sz="1050" dirty="0"/>
              <a:t>端末（送信側）</a:t>
            </a:r>
            <a:endParaRPr kumimoji="1" lang="ja-JP" altLang="en-US" sz="1050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80CE20D-471B-48ED-85A7-0B47D5537938}"/>
              </a:ext>
            </a:extLst>
          </p:cNvPr>
          <p:cNvSpPr/>
          <p:nvPr/>
        </p:nvSpPr>
        <p:spPr>
          <a:xfrm>
            <a:off x="708919" y="2746606"/>
            <a:ext cx="2495832" cy="74474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/>
              <a:t>ネットワーク＆</a:t>
            </a:r>
            <a:br>
              <a:rPr lang="en-US" altLang="ja-JP" sz="900" dirty="0"/>
            </a:br>
            <a:r>
              <a:rPr lang="ja-JP" altLang="en-US" sz="900" dirty="0"/>
              <a:t>トランスポート層</a:t>
            </a:r>
            <a:endParaRPr kumimoji="1" lang="ja-JP" altLang="en-US" sz="900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14EAD2D-0CDB-42CA-A6D3-66D445FC6918}"/>
              </a:ext>
            </a:extLst>
          </p:cNvPr>
          <p:cNvSpPr/>
          <p:nvPr/>
        </p:nvSpPr>
        <p:spPr>
          <a:xfrm>
            <a:off x="717424" y="3708602"/>
            <a:ext cx="2488759" cy="61692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アクセス層</a:t>
            </a:r>
            <a:endParaRPr kumimoji="1" lang="ja-JP" altLang="en-US" sz="9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1750F48-B2CB-4108-9FE6-72D3640BD46E}"/>
              </a:ext>
            </a:extLst>
          </p:cNvPr>
          <p:cNvSpPr/>
          <p:nvPr/>
        </p:nvSpPr>
        <p:spPr>
          <a:xfrm>
            <a:off x="836695" y="3944613"/>
            <a:ext cx="770818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ITS</a:t>
            </a:r>
            <a:r>
              <a:rPr lang="ja-JP" altLang="en-US" sz="900" dirty="0"/>
              <a:t>無線機</a:t>
            </a:r>
            <a:endParaRPr kumimoji="1" lang="ja-JP" altLang="en-US" sz="9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D97E25E-EFA2-43F6-A435-C48C668C0030}"/>
              </a:ext>
            </a:extLst>
          </p:cNvPr>
          <p:cNvSpPr/>
          <p:nvPr/>
        </p:nvSpPr>
        <p:spPr>
          <a:xfrm>
            <a:off x="1961803" y="3132633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UDP</a:t>
            </a:r>
            <a:endParaRPr kumimoji="1" lang="ja-JP" altLang="en-US" sz="900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C92AB2F-BCD1-4D6D-AEA5-BC9B766D3A94}"/>
              </a:ext>
            </a:extLst>
          </p:cNvPr>
          <p:cNvSpPr/>
          <p:nvPr/>
        </p:nvSpPr>
        <p:spPr>
          <a:xfrm>
            <a:off x="2541701" y="3123988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DTLS</a:t>
            </a:r>
            <a:endParaRPr kumimoji="1" lang="ja-JP" altLang="en-US" sz="9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5602564-F94B-4D50-ACE4-8CD5AEA2CB3B}"/>
              </a:ext>
            </a:extLst>
          </p:cNvPr>
          <p:cNvSpPr/>
          <p:nvPr/>
        </p:nvSpPr>
        <p:spPr>
          <a:xfrm>
            <a:off x="1351396" y="3132633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QUIC</a:t>
            </a:r>
            <a:endParaRPr kumimoji="1" lang="ja-JP" altLang="en-US" sz="9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5251A78-0212-4C97-AE4E-02DDCEAD4CE0}"/>
              </a:ext>
            </a:extLst>
          </p:cNvPr>
          <p:cNvSpPr/>
          <p:nvPr/>
        </p:nvSpPr>
        <p:spPr>
          <a:xfrm>
            <a:off x="1674220" y="3944613"/>
            <a:ext cx="561904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携帯網</a:t>
            </a:r>
            <a:endParaRPr kumimoji="1" lang="ja-JP" altLang="en-US" sz="900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26098EB-2B6B-4A11-8628-3425FC38293B}"/>
              </a:ext>
            </a:extLst>
          </p:cNvPr>
          <p:cNvSpPr/>
          <p:nvPr/>
        </p:nvSpPr>
        <p:spPr>
          <a:xfrm>
            <a:off x="2302831" y="3945869"/>
            <a:ext cx="73768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Ethernet</a:t>
            </a:r>
            <a:endParaRPr kumimoji="1" lang="ja-JP" altLang="en-US" sz="9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3F42B51-B5B1-4D21-A547-2BE6AACF297A}"/>
              </a:ext>
            </a:extLst>
          </p:cNvPr>
          <p:cNvSpPr/>
          <p:nvPr/>
        </p:nvSpPr>
        <p:spPr>
          <a:xfrm>
            <a:off x="717425" y="1666637"/>
            <a:ext cx="2487326" cy="9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ファシリティ層</a:t>
            </a:r>
            <a:endParaRPr kumimoji="1" lang="ja-JP" altLang="en-US" sz="9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23E78302-C6F0-4FBC-A9F9-60264DC12E95}"/>
              </a:ext>
            </a:extLst>
          </p:cNvPr>
          <p:cNvSpPr/>
          <p:nvPr/>
        </p:nvSpPr>
        <p:spPr>
          <a:xfrm>
            <a:off x="392060" y="1666636"/>
            <a:ext cx="267083" cy="26588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マネジメント層</a:t>
            </a:r>
            <a:endParaRPr kumimoji="1" lang="ja-JP" altLang="en-US" sz="900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3EF6F18-547B-425E-9473-3203355EA503}"/>
              </a:ext>
            </a:extLst>
          </p:cNvPr>
          <p:cNvSpPr/>
          <p:nvPr/>
        </p:nvSpPr>
        <p:spPr>
          <a:xfrm>
            <a:off x="3462258" y="1683326"/>
            <a:ext cx="287547" cy="26422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セキュリティ層</a:t>
            </a:r>
            <a:endParaRPr kumimoji="1" lang="ja-JP" altLang="en-US" sz="900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0D975D9-7FD8-4694-A19E-A0BDB558A0AD}"/>
              </a:ext>
            </a:extLst>
          </p:cNvPr>
          <p:cNvSpPr/>
          <p:nvPr/>
        </p:nvSpPr>
        <p:spPr>
          <a:xfrm>
            <a:off x="392059" y="1226352"/>
            <a:ext cx="3357746" cy="2166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アプリケーション層</a:t>
            </a:r>
            <a:endParaRPr kumimoji="1" lang="ja-JP" altLang="en-US" sz="9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9B56DF9-354F-4858-8740-A5AB0004F7BB}"/>
              </a:ext>
            </a:extLst>
          </p:cNvPr>
          <p:cNvSpPr/>
          <p:nvPr/>
        </p:nvSpPr>
        <p:spPr>
          <a:xfrm>
            <a:off x="790111" y="1906944"/>
            <a:ext cx="522710" cy="6651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DMI</a:t>
            </a:r>
          </a:p>
          <a:p>
            <a:pPr algn="ctr"/>
            <a:r>
              <a:rPr lang="en-US" altLang="ja-JP" sz="900" dirty="0"/>
              <a:t>(</a:t>
            </a:r>
            <a:r>
              <a:rPr lang="ja-JP" altLang="en-US" sz="900" dirty="0"/>
              <a:t>外部</a:t>
            </a:r>
            <a:r>
              <a:rPr lang="en-US" altLang="ja-JP" sz="900" dirty="0"/>
              <a:t>I/F)</a:t>
            </a:r>
            <a:endParaRPr kumimoji="1" lang="ja-JP" altLang="en-US" sz="9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BA8A22D-C3F5-4076-95A0-C102AA2C80E8}"/>
              </a:ext>
            </a:extLst>
          </p:cNvPr>
          <p:cNvSpPr/>
          <p:nvPr/>
        </p:nvSpPr>
        <p:spPr>
          <a:xfrm>
            <a:off x="780748" y="3132633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TCP</a:t>
            </a:r>
            <a:endParaRPr kumimoji="1" lang="ja-JP" altLang="en-US" sz="900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125864D-23F9-4523-B78E-E0256210F544}"/>
              </a:ext>
            </a:extLst>
          </p:cNvPr>
          <p:cNvSpPr/>
          <p:nvPr/>
        </p:nvSpPr>
        <p:spPr>
          <a:xfrm>
            <a:off x="1434152" y="1906943"/>
            <a:ext cx="1645566" cy="198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B7222-911D-4B91-B722-24A5FBDF7922}"/>
              </a:ext>
            </a:extLst>
          </p:cNvPr>
          <p:cNvSpPr/>
          <p:nvPr/>
        </p:nvSpPr>
        <p:spPr>
          <a:xfrm>
            <a:off x="1434152" y="2345665"/>
            <a:ext cx="1645566" cy="2100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CS(</a:t>
            </a:r>
            <a:r>
              <a:rPr lang="ja-JP" altLang="en-US" sz="900" dirty="0"/>
              <a:t>通信部</a:t>
            </a:r>
            <a:r>
              <a:rPr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405899F8-923A-4FC8-8BB2-556333581E11}"/>
              </a:ext>
            </a:extLst>
          </p:cNvPr>
          <p:cNvSpPr/>
          <p:nvPr/>
        </p:nvSpPr>
        <p:spPr>
          <a:xfrm>
            <a:off x="5959690" y="440984"/>
            <a:ext cx="1533771" cy="3296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このページ内で説明する機能</a:t>
            </a: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99092D24-30E9-40DE-99FE-28E5B1B80BDB}"/>
              </a:ext>
            </a:extLst>
          </p:cNvPr>
          <p:cNvSpPr/>
          <p:nvPr/>
        </p:nvSpPr>
        <p:spPr>
          <a:xfrm>
            <a:off x="5534420" y="342559"/>
            <a:ext cx="2241279" cy="51442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kumimoji="1" lang="ja-JP" altLang="en-US" sz="900" dirty="0"/>
              <a:t>凡例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BD95FAB-F572-43C0-BBF5-2903C475EE03}"/>
              </a:ext>
            </a:extLst>
          </p:cNvPr>
          <p:cNvCxnSpPr/>
          <p:nvPr/>
        </p:nvCxnSpPr>
        <p:spPr>
          <a:xfrm>
            <a:off x="2651760" y="1443021"/>
            <a:ext cx="0" cy="463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C36B92BE-35D8-4F40-887D-E49BAEE5FB44}"/>
              </a:ext>
            </a:extLst>
          </p:cNvPr>
          <p:cNvCxnSpPr>
            <a:cxnSpLocks/>
          </p:cNvCxnSpPr>
          <p:nvPr/>
        </p:nvCxnSpPr>
        <p:spPr>
          <a:xfrm>
            <a:off x="2651760" y="2105359"/>
            <a:ext cx="0" cy="240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3B395BC3-F1E3-4203-81D9-020A507ECE0C}"/>
              </a:ext>
            </a:extLst>
          </p:cNvPr>
          <p:cNvCxnSpPr>
            <a:cxnSpLocks/>
          </p:cNvCxnSpPr>
          <p:nvPr/>
        </p:nvCxnSpPr>
        <p:spPr>
          <a:xfrm flipH="1">
            <a:off x="2651760" y="2555703"/>
            <a:ext cx="1" cy="56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354CC4B5-3366-4983-8AB2-7F1003B60D90}"/>
              </a:ext>
            </a:extLst>
          </p:cNvPr>
          <p:cNvCxnSpPr>
            <a:cxnSpLocks/>
          </p:cNvCxnSpPr>
          <p:nvPr/>
        </p:nvCxnSpPr>
        <p:spPr>
          <a:xfrm flipH="1">
            <a:off x="2236124" y="2550691"/>
            <a:ext cx="1" cy="56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29A4B570-7B45-4CDE-B8EE-452037798811}"/>
              </a:ext>
            </a:extLst>
          </p:cNvPr>
          <p:cNvCxnSpPr>
            <a:cxnSpLocks/>
          </p:cNvCxnSpPr>
          <p:nvPr/>
        </p:nvCxnSpPr>
        <p:spPr>
          <a:xfrm>
            <a:off x="2231155" y="3383282"/>
            <a:ext cx="0" cy="324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78D5B721-D987-4C0B-8E97-832888A09FED}"/>
              </a:ext>
            </a:extLst>
          </p:cNvPr>
          <p:cNvCxnSpPr>
            <a:stCxn id="18" idx="3"/>
          </p:cNvCxnSpPr>
          <p:nvPr/>
        </p:nvCxnSpPr>
        <p:spPr>
          <a:xfrm>
            <a:off x="3079718" y="2450684"/>
            <a:ext cx="382540" cy="15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83670693-0D83-4CF4-A3AA-57133FF7843E}"/>
              </a:ext>
            </a:extLst>
          </p:cNvPr>
          <p:cNvCxnSpPr>
            <a:cxnSpLocks/>
          </p:cNvCxnSpPr>
          <p:nvPr/>
        </p:nvCxnSpPr>
        <p:spPr>
          <a:xfrm>
            <a:off x="2663362" y="3387076"/>
            <a:ext cx="0" cy="324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D99E093F-4D86-4BDC-9755-37FD401C3CBE}"/>
              </a:ext>
            </a:extLst>
          </p:cNvPr>
          <p:cNvSpPr/>
          <p:nvPr/>
        </p:nvSpPr>
        <p:spPr>
          <a:xfrm>
            <a:off x="4099277" y="922713"/>
            <a:ext cx="3676422" cy="354953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1050" dirty="0"/>
              <a:t>DM</a:t>
            </a:r>
            <a:r>
              <a:rPr lang="ja-JP" altLang="en-US" sz="1050" dirty="0"/>
              <a:t>端末（受信側）</a:t>
            </a:r>
            <a:endParaRPr kumimoji="1" lang="ja-JP" altLang="en-US" sz="1050" dirty="0"/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CB1C35E5-49A6-4540-98A8-D730979B6E42}"/>
              </a:ext>
            </a:extLst>
          </p:cNvPr>
          <p:cNvSpPr/>
          <p:nvPr/>
        </p:nvSpPr>
        <p:spPr>
          <a:xfrm>
            <a:off x="4635826" y="2740572"/>
            <a:ext cx="2495832" cy="74474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/>
              <a:t>ネットワーク＆</a:t>
            </a:r>
            <a:br>
              <a:rPr lang="en-US" altLang="ja-JP" sz="900" dirty="0"/>
            </a:br>
            <a:r>
              <a:rPr lang="ja-JP" altLang="en-US" sz="900" dirty="0"/>
              <a:t>トランスポート層</a:t>
            </a:r>
            <a:endParaRPr kumimoji="1" lang="ja-JP" altLang="en-US" sz="900" dirty="0"/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270B5FBF-FF04-4395-A00C-1C263074130D}"/>
              </a:ext>
            </a:extLst>
          </p:cNvPr>
          <p:cNvSpPr/>
          <p:nvPr/>
        </p:nvSpPr>
        <p:spPr>
          <a:xfrm>
            <a:off x="4644331" y="3702569"/>
            <a:ext cx="2488759" cy="62295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アクセス層</a:t>
            </a:r>
            <a:endParaRPr kumimoji="1" lang="ja-JP" altLang="en-US" sz="900" dirty="0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6668E07A-60F2-4437-BB94-D23F44B6BB8D}"/>
              </a:ext>
            </a:extLst>
          </p:cNvPr>
          <p:cNvSpPr/>
          <p:nvPr/>
        </p:nvSpPr>
        <p:spPr>
          <a:xfrm>
            <a:off x="4763602" y="3938579"/>
            <a:ext cx="770818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ITS</a:t>
            </a:r>
            <a:r>
              <a:rPr lang="ja-JP" altLang="en-US" sz="900" dirty="0"/>
              <a:t>無線機</a:t>
            </a:r>
            <a:endParaRPr kumimoji="1" lang="ja-JP" altLang="en-US" sz="900" dirty="0"/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CA86288E-F1DA-491B-8074-008A8E8A96F8}"/>
              </a:ext>
            </a:extLst>
          </p:cNvPr>
          <p:cNvSpPr/>
          <p:nvPr/>
        </p:nvSpPr>
        <p:spPr>
          <a:xfrm>
            <a:off x="5888710" y="3126599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UDP</a:t>
            </a:r>
            <a:endParaRPr kumimoji="1" lang="ja-JP" altLang="en-US" sz="900" dirty="0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8A2199F6-126A-4415-B69F-7314BD6A0C5E}"/>
              </a:ext>
            </a:extLst>
          </p:cNvPr>
          <p:cNvSpPr/>
          <p:nvPr/>
        </p:nvSpPr>
        <p:spPr>
          <a:xfrm>
            <a:off x="6468608" y="3117954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DTLS</a:t>
            </a:r>
            <a:endParaRPr kumimoji="1" lang="ja-JP" altLang="en-US" sz="900" dirty="0"/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090295B-2731-4D22-9AA2-D8E2F46D7450}"/>
              </a:ext>
            </a:extLst>
          </p:cNvPr>
          <p:cNvSpPr/>
          <p:nvPr/>
        </p:nvSpPr>
        <p:spPr>
          <a:xfrm>
            <a:off x="5278303" y="3126599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QUIC</a:t>
            </a:r>
            <a:endParaRPr kumimoji="1" lang="ja-JP" altLang="en-US" sz="900" dirty="0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5DC3E192-2E3F-4AE2-8EBA-71B674F0BCD5}"/>
              </a:ext>
            </a:extLst>
          </p:cNvPr>
          <p:cNvSpPr/>
          <p:nvPr/>
        </p:nvSpPr>
        <p:spPr>
          <a:xfrm>
            <a:off x="5601127" y="3938579"/>
            <a:ext cx="561904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携帯網</a:t>
            </a:r>
            <a:endParaRPr kumimoji="1" lang="ja-JP" altLang="en-US" sz="900" dirty="0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78EB1688-6C5F-4B7A-BF03-ABA396ACFCC2}"/>
              </a:ext>
            </a:extLst>
          </p:cNvPr>
          <p:cNvSpPr/>
          <p:nvPr/>
        </p:nvSpPr>
        <p:spPr>
          <a:xfrm>
            <a:off x="6229738" y="3939835"/>
            <a:ext cx="73768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Ethernet</a:t>
            </a:r>
            <a:endParaRPr kumimoji="1" lang="ja-JP" altLang="en-US" sz="900" dirty="0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88CAA78-6271-47C3-8B5C-D3EA05E8E88E}"/>
              </a:ext>
            </a:extLst>
          </p:cNvPr>
          <p:cNvSpPr/>
          <p:nvPr/>
        </p:nvSpPr>
        <p:spPr>
          <a:xfrm>
            <a:off x="4644332" y="1660603"/>
            <a:ext cx="2487326" cy="9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ファシリティ層</a:t>
            </a:r>
            <a:endParaRPr kumimoji="1" lang="ja-JP" altLang="en-US" sz="900" dirty="0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8FF6C469-C327-45DF-810B-F77D7E11882C}"/>
              </a:ext>
            </a:extLst>
          </p:cNvPr>
          <p:cNvSpPr/>
          <p:nvPr/>
        </p:nvSpPr>
        <p:spPr>
          <a:xfrm>
            <a:off x="4318967" y="1660602"/>
            <a:ext cx="267083" cy="2664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マネジメント層</a:t>
            </a:r>
            <a:endParaRPr kumimoji="1" lang="ja-JP" altLang="en-US" sz="900" dirty="0"/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B3437DE8-8B3F-4303-9BCB-EC69ED3F11E5}"/>
              </a:ext>
            </a:extLst>
          </p:cNvPr>
          <p:cNvSpPr/>
          <p:nvPr/>
        </p:nvSpPr>
        <p:spPr>
          <a:xfrm>
            <a:off x="7389165" y="1677292"/>
            <a:ext cx="287547" cy="2648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セキュリティ層</a:t>
            </a:r>
            <a:endParaRPr kumimoji="1" lang="ja-JP" altLang="en-US" sz="900" dirty="0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26B4BCF7-ED09-48DC-8B1F-CB21EFC53B67}"/>
              </a:ext>
            </a:extLst>
          </p:cNvPr>
          <p:cNvSpPr/>
          <p:nvPr/>
        </p:nvSpPr>
        <p:spPr>
          <a:xfrm>
            <a:off x="4318966" y="1220318"/>
            <a:ext cx="3357746" cy="2166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アプリケーション層</a:t>
            </a:r>
            <a:endParaRPr kumimoji="1" lang="ja-JP" altLang="en-US" sz="900" dirty="0"/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5C4C8DD3-F139-4768-BA7C-37AB72FA2290}"/>
              </a:ext>
            </a:extLst>
          </p:cNvPr>
          <p:cNvSpPr/>
          <p:nvPr/>
        </p:nvSpPr>
        <p:spPr>
          <a:xfrm>
            <a:off x="4717018" y="1900910"/>
            <a:ext cx="522710" cy="6651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DMI</a:t>
            </a:r>
          </a:p>
          <a:p>
            <a:pPr algn="ctr"/>
            <a:r>
              <a:rPr lang="en-US" altLang="ja-JP" sz="900" dirty="0"/>
              <a:t>(</a:t>
            </a:r>
            <a:r>
              <a:rPr lang="ja-JP" altLang="en-US" sz="900" dirty="0"/>
              <a:t>外部</a:t>
            </a:r>
            <a:r>
              <a:rPr lang="en-US" altLang="ja-JP" sz="900" dirty="0"/>
              <a:t>I/F)</a:t>
            </a:r>
            <a:endParaRPr kumimoji="1" lang="ja-JP" altLang="en-US" sz="900" dirty="0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206A8C76-8BFB-4D9E-A3B4-3986113A37FB}"/>
              </a:ext>
            </a:extLst>
          </p:cNvPr>
          <p:cNvSpPr/>
          <p:nvPr/>
        </p:nvSpPr>
        <p:spPr>
          <a:xfrm>
            <a:off x="4707655" y="3126599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TCP</a:t>
            </a:r>
            <a:endParaRPr kumimoji="1" lang="ja-JP" altLang="en-US" sz="900" dirty="0"/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1C243600-0181-4AFB-B134-7DCE9D119162}"/>
              </a:ext>
            </a:extLst>
          </p:cNvPr>
          <p:cNvSpPr/>
          <p:nvPr/>
        </p:nvSpPr>
        <p:spPr>
          <a:xfrm>
            <a:off x="5361059" y="1900909"/>
            <a:ext cx="1645566" cy="198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75F710C4-2540-47AB-B2BA-9E73FB3F2A85}"/>
              </a:ext>
            </a:extLst>
          </p:cNvPr>
          <p:cNvSpPr/>
          <p:nvPr/>
        </p:nvSpPr>
        <p:spPr>
          <a:xfrm>
            <a:off x="5361059" y="2339631"/>
            <a:ext cx="1645566" cy="2100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CS(</a:t>
            </a:r>
            <a:r>
              <a:rPr lang="ja-JP" altLang="en-US" sz="900" dirty="0"/>
              <a:t>通信部</a:t>
            </a:r>
            <a:r>
              <a:rPr lang="en-US" altLang="ja-JP" sz="900" dirty="0"/>
              <a:t>)</a:t>
            </a:r>
            <a:endParaRPr kumimoji="1" lang="ja-JP" altLang="en-US" sz="900" dirty="0"/>
          </a:p>
        </p:txBody>
      </p:sp>
      <p:cxnSp>
        <p:nvCxnSpPr>
          <p:cNvPr id="142" name="直線矢印コネクタ 141">
            <a:extLst>
              <a:ext uri="{FF2B5EF4-FFF2-40B4-BE49-F238E27FC236}">
                <a16:creationId xmlns:a16="http://schemas.microsoft.com/office/drawing/2014/main" id="{B7707EDB-11AB-4749-BA5B-E3833D94BCBD}"/>
              </a:ext>
            </a:extLst>
          </p:cNvPr>
          <p:cNvCxnSpPr/>
          <p:nvPr/>
        </p:nvCxnSpPr>
        <p:spPr>
          <a:xfrm>
            <a:off x="6578667" y="1436987"/>
            <a:ext cx="0" cy="46392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線矢印コネクタ 142">
            <a:extLst>
              <a:ext uri="{FF2B5EF4-FFF2-40B4-BE49-F238E27FC236}">
                <a16:creationId xmlns:a16="http://schemas.microsoft.com/office/drawing/2014/main" id="{093186EF-3EFE-4418-BB25-2E460D84D1DE}"/>
              </a:ext>
            </a:extLst>
          </p:cNvPr>
          <p:cNvCxnSpPr>
            <a:cxnSpLocks/>
          </p:cNvCxnSpPr>
          <p:nvPr/>
        </p:nvCxnSpPr>
        <p:spPr>
          <a:xfrm>
            <a:off x="6578667" y="2099325"/>
            <a:ext cx="0" cy="24030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線矢印コネクタ 143">
            <a:extLst>
              <a:ext uri="{FF2B5EF4-FFF2-40B4-BE49-F238E27FC236}">
                <a16:creationId xmlns:a16="http://schemas.microsoft.com/office/drawing/2014/main" id="{D32C49F9-DC30-40DD-8E18-9BE69226BDED}"/>
              </a:ext>
            </a:extLst>
          </p:cNvPr>
          <p:cNvCxnSpPr>
            <a:cxnSpLocks/>
          </p:cNvCxnSpPr>
          <p:nvPr/>
        </p:nvCxnSpPr>
        <p:spPr>
          <a:xfrm flipH="1">
            <a:off x="6578667" y="2549669"/>
            <a:ext cx="1" cy="56828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線矢印コネクタ 144">
            <a:extLst>
              <a:ext uri="{FF2B5EF4-FFF2-40B4-BE49-F238E27FC236}">
                <a16:creationId xmlns:a16="http://schemas.microsoft.com/office/drawing/2014/main" id="{793EFFD4-B8B1-4E82-A1A0-C0B84C050FD2}"/>
              </a:ext>
            </a:extLst>
          </p:cNvPr>
          <p:cNvCxnSpPr>
            <a:cxnSpLocks/>
          </p:cNvCxnSpPr>
          <p:nvPr/>
        </p:nvCxnSpPr>
        <p:spPr>
          <a:xfrm flipH="1">
            <a:off x="6163031" y="2544657"/>
            <a:ext cx="1" cy="56828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線矢印コネクタ 145">
            <a:extLst>
              <a:ext uri="{FF2B5EF4-FFF2-40B4-BE49-F238E27FC236}">
                <a16:creationId xmlns:a16="http://schemas.microsoft.com/office/drawing/2014/main" id="{C972C100-7AC7-4510-8C63-E8D95171064F}"/>
              </a:ext>
            </a:extLst>
          </p:cNvPr>
          <p:cNvCxnSpPr>
            <a:cxnSpLocks/>
          </p:cNvCxnSpPr>
          <p:nvPr/>
        </p:nvCxnSpPr>
        <p:spPr>
          <a:xfrm>
            <a:off x="6158062" y="3377248"/>
            <a:ext cx="0" cy="32461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線矢印コネクタ 146">
            <a:extLst>
              <a:ext uri="{FF2B5EF4-FFF2-40B4-BE49-F238E27FC236}">
                <a16:creationId xmlns:a16="http://schemas.microsoft.com/office/drawing/2014/main" id="{E805D82B-7D97-4478-8B2B-DE478CA2E73B}"/>
              </a:ext>
            </a:extLst>
          </p:cNvPr>
          <p:cNvCxnSpPr>
            <a:stCxn id="141" idx="3"/>
          </p:cNvCxnSpPr>
          <p:nvPr/>
        </p:nvCxnSpPr>
        <p:spPr>
          <a:xfrm>
            <a:off x="7006625" y="2444650"/>
            <a:ext cx="382540" cy="15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8636DD49-A3BB-4DF9-91A6-476E22F6B3ED}"/>
              </a:ext>
            </a:extLst>
          </p:cNvPr>
          <p:cNvCxnSpPr>
            <a:cxnSpLocks/>
          </p:cNvCxnSpPr>
          <p:nvPr/>
        </p:nvCxnSpPr>
        <p:spPr>
          <a:xfrm>
            <a:off x="6590269" y="3381042"/>
            <a:ext cx="0" cy="32461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3CFEBE08-4B1A-4F73-B961-AAF57491DF6E}"/>
              </a:ext>
            </a:extLst>
          </p:cNvPr>
          <p:cNvCxnSpPr>
            <a:cxnSpLocks/>
            <a:stCxn id="21" idx="2"/>
            <a:endCxn id="125" idx="2"/>
          </p:cNvCxnSpPr>
          <p:nvPr/>
        </p:nvCxnSpPr>
        <p:spPr>
          <a:xfrm rot="16200000" flipH="1">
            <a:off x="3925257" y="2362073"/>
            <a:ext cx="12700" cy="392690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60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8DC3C40F-91EF-4949-BCA6-D06DC3D00917}"/>
              </a:ext>
            </a:extLst>
          </p:cNvPr>
          <p:cNvSpPr/>
          <p:nvPr/>
        </p:nvSpPr>
        <p:spPr>
          <a:xfrm>
            <a:off x="2361327" y="4204295"/>
            <a:ext cx="659719" cy="11918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1" lang="ja-JP" altLang="en-US" sz="900" dirty="0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45E6E3EE-EE97-461B-A960-7BB37162D006}"/>
              </a:ext>
            </a:extLst>
          </p:cNvPr>
          <p:cNvSpPr/>
          <p:nvPr/>
        </p:nvSpPr>
        <p:spPr>
          <a:xfrm>
            <a:off x="4664949" y="4225256"/>
            <a:ext cx="659719" cy="9438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1" lang="ja-JP" altLang="en-US" sz="900" dirty="0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9BF033FC-526C-4E44-90F6-D42EF4BD6D4B}"/>
              </a:ext>
            </a:extLst>
          </p:cNvPr>
          <p:cNvSpPr/>
          <p:nvPr/>
        </p:nvSpPr>
        <p:spPr>
          <a:xfrm>
            <a:off x="-98586" y="1097280"/>
            <a:ext cx="3972066" cy="3374966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1050" dirty="0"/>
              <a:t>DM</a:t>
            </a:r>
            <a:r>
              <a:rPr lang="ja-JP" altLang="en-US" sz="1050" dirty="0"/>
              <a:t>端末（送信側）</a:t>
            </a:r>
            <a:endParaRPr kumimoji="1" lang="ja-JP" altLang="en-US" sz="1050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80CE20D-471B-48ED-85A7-0B47D5537938}"/>
              </a:ext>
            </a:extLst>
          </p:cNvPr>
          <p:cNvSpPr/>
          <p:nvPr/>
        </p:nvSpPr>
        <p:spPr>
          <a:xfrm>
            <a:off x="345148" y="2746606"/>
            <a:ext cx="2859603" cy="74474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ja-JP" altLang="en-US" sz="900" dirty="0"/>
              <a:t>ネットワーク＆</a:t>
            </a:r>
            <a:br>
              <a:rPr lang="en-US" altLang="ja-JP" sz="900" dirty="0"/>
            </a:br>
            <a:r>
              <a:rPr lang="ja-JP" altLang="en-US" sz="900" dirty="0"/>
              <a:t>トランスポート層</a:t>
            </a:r>
            <a:endParaRPr kumimoji="1" lang="ja-JP" altLang="en-US" sz="900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14EAD2D-0CDB-42CA-A6D3-66D445FC6918}"/>
              </a:ext>
            </a:extLst>
          </p:cNvPr>
          <p:cNvSpPr/>
          <p:nvPr/>
        </p:nvSpPr>
        <p:spPr>
          <a:xfrm>
            <a:off x="352804" y="3708602"/>
            <a:ext cx="2853379" cy="61692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アクセス層</a:t>
            </a:r>
            <a:endParaRPr kumimoji="1" lang="ja-JP" altLang="en-US" sz="9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D97E25E-EFA2-43F6-A435-C48C668C0030}"/>
              </a:ext>
            </a:extLst>
          </p:cNvPr>
          <p:cNvSpPr/>
          <p:nvPr/>
        </p:nvSpPr>
        <p:spPr>
          <a:xfrm>
            <a:off x="1045399" y="3132633"/>
            <a:ext cx="810067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UDP</a:t>
            </a:r>
            <a:endParaRPr kumimoji="1" lang="ja-JP" altLang="en-US" sz="9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5602564-F94B-4D50-ACE4-8CD5AEA2CB3B}"/>
              </a:ext>
            </a:extLst>
          </p:cNvPr>
          <p:cNvSpPr/>
          <p:nvPr/>
        </p:nvSpPr>
        <p:spPr>
          <a:xfrm>
            <a:off x="2643571" y="3132632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QUIC</a:t>
            </a:r>
            <a:endParaRPr kumimoji="1" lang="ja-JP" altLang="en-US" sz="900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26098EB-2B6B-4A11-8628-3425FC38293B}"/>
              </a:ext>
            </a:extLst>
          </p:cNvPr>
          <p:cNvSpPr/>
          <p:nvPr/>
        </p:nvSpPr>
        <p:spPr>
          <a:xfrm>
            <a:off x="480540" y="3945869"/>
            <a:ext cx="1189180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Ethernet</a:t>
            </a:r>
            <a:endParaRPr kumimoji="1" lang="ja-JP" altLang="en-US" sz="9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3F42B51-B5B1-4D21-A547-2BE6AACF297A}"/>
              </a:ext>
            </a:extLst>
          </p:cNvPr>
          <p:cNvSpPr/>
          <p:nvPr/>
        </p:nvSpPr>
        <p:spPr>
          <a:xfrm>
            <a:off x="351372" y="1666637"/>
            <a:ext cx="2853379" cy="9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ファシリティ層</a:t>
            </a:r>
            <a:endParaRPr kumimoji="1" lang="ja-JP" altLang="en-US" sz="9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9B56DF9-354F-4858-8740-A5AB0004F7BB}"/>
              </a:ext>
            </a:extLst>
          </p:cNvPr>
          <p:cNvSpPr/>
          <p:nvPr/>
        </p:nvSpPr>
        <p:spPr>
          <a:xfrm>
            <a:off x="454550" y="1918759"/>
            <a:ext cx="1406122" cy="604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900" dirty="0"/>
              <a:t>DMI</a:t>
            </a:r>
            <a:r>
              <a:rPr lang="en-US" altLang="ja-JP" sz="900" dirty="0"/>
              <a:t>(</a:t>
            </a:r>
            <a:r>
              <a:rPr lang="ja-JP" altLang="en-US" sz="900" dirty="0"/>
              <a:t>外部</a:t>
            </a:r>
            <a:r>
              <a:rPr lang="en-US" altLang="ja-JP" sz="900" dirty="0"/>
              <a:t>I/F)</a:t>
            </a:r>
            <a:endParaRPr kumimoji="1" lang="ja-JP" altLang="en-US" sz="9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BA8A22D-C3F5-4076-95A0-C102AA2C80E8}"/>
              </a:ext>
            </a:extLst>
          </p:cNvPr>
          <p:cNvSpPr/>
          <p:nvPr/>
        </p:nvSpPr>
        <p:spPr>
          <a:xfrm>
            <a:off x="454550" y="3132633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TCP</a:t>
            </a:r>
            <a:endParaRPr kumimoji="1" lang="ja-JP" altLang="en-US" sz="900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125864D-23F9-4523-B78E-E0256210F544}"/>
              </a:ext>
            </a:extLst>
          </p:cNvPr>
          <p:cNvSpPr/>
          <p:nvPr/>
        </p:nvSpPr>
        <p:spPr>
          <a:xfrm>
            <a:off x="2057116" y="1923759"/>
            <a:ext cx="1022601" cy="1733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B7222-911D-4B91-B722-24A5FBDF7922}"/>
              </a:ext>
            </a:extLst>
          </p:cNvPr>
          <p:cNvSpPr/>
          <p:nvPr/>
        </p:nvSpPr>
        <p:spPr>
          <a:xfrm>
            <a:off x="2054737" y="2236996"/>
            <a:ext cx="1042190" cy="1649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CS(</a:t>
            </a:r>
            <a:r>
              <a:rPr lang="ja-JP" altLang="en-US" sz="900" dirty="0"/>
              <a:t>通信部</a:t>
            </a:r>
            <a:r>
              <a:rPr lang="en-US" altLang="ja-JP" sz="900" dirty="0"/>
              <a:t>)</a:t>
            </a:r>
            <a:endParaRPr kumimoji="1" lang="ja-JP" altLang="en-US" sz="9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BD95FAB-F572-43C0-BBF5-2903C475EE03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1857453" y="2010442"/>
            <a:ext cx="1996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C36B92BE-35D8-4F40-887D-E49BAEE5FB44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2568417" y="2097124"/>
            <a:ext cx="7415" cy="139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29A4B570-7B45-4CDE-B8EE-452037798811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703959" y="3387076"/>
            <a:ext cx="1" cy="558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C2B151DB-B290-4DBD-8CAA-419A026C9B24}"/>
              </a:ext>
            </a:extLst>
          </p:cNvPr>
          <p:cNvSpPr/>
          <p:nvPr/>
        </p:nvSpPr>
        <p:spPr>
          <a:xfrm>
            <a:off x="-490051" y="1097280"/>
            <a:ext cx="270265" cy="322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インフラセンサー </a:t>
            </a:r>
            <a:r>
              <a:rPr lang="en-US" altLang="ja-JP" sz="900" dirty="0"/>
              <a:t>/ </a:t>
            </a:r>
            <a:r>
              <a:rPr lang="ja-JP" altLang="en-US" sz="900" dirty="0"/>
              <a:t>信号制御器</a:t>
            </a:r>
            <a:endParaRPr kumimoji="1" lang="ja-JP" altLang="en-US" sz="900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9E4C87F9-EE70-463C-ABBA-F7961A0DFC50}"/>
              </a:ext>
            </a:extLst>
          </p:cNvPr>
          <p:cNvSpPr/>
          <p:nvPr/>
        </p:nvSpPr>
        <p:spPr>
          <a:xfrm>
            <a:off x="7663952" y="1097280"/>
            <a:ext cx="214927" cy="322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ADAS</a:t>
            </a:r>
            <a:r>
              <a:rPr kumimoji="1" lang="ja-JP" altLang="en-US" sz="900" dirty="0"/>
              <a:t>システム </a:t>
            </a:r>
            <a:r>
              <a:rPr kumimoji="1" lang="en-US" altLang="ja-JP" sz="900" dirty="0"/>
              <a:t>/ </a:t>
            </a:r>
            <a:br>
              <a:rPr kumimoji="1" lang="en-US" altLang="ja-JP" sz="900" dirty="0"/>
            </a:br>
            <a:r>
              <a:rPr kumimoji="1" lang="ja-JP" altLang="en-US" sz="900" dirty="0"/>
              <a:t>自動運転システム</a:t>
            </a:r>
          </a:p>
        </p:txBody>
      </p: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26D13074-82BE-4D87-81D4-464EA59028A4}"/>
              </a:ext>
            </a:extLst>
          </p:cNvPr>
          <p:cNvCxnSpPr>
            <a:cxnSpLocks/>
            <a:stCxn id="53" idx="2"/>
            <a:endCxn id="31" idx="2"/>
          </p:cNvCxnSpPr>
          <p:nvPr/>
        </p:nvCxnSpPr>
        <p:spPr>
          <a:xfrm rot="5400000" flipH="1" flipV="1">
            <a:off x="300515" y="3544879"/>
            <a:ext cx="119181" cy="1430048"/>
          </a:xfrm>
          <a:prstGeom prst="bentConnector3">
            <a:avLst>
              <a:gd name="adj1" fmla="val -19180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57FD63AA-48EA-4024-BCA9-4B48037CD14C}"/>
              </a:ext>
            </a:extLst>
          </p:cNvPr>
          <p:cNvCxnSpPr>
            <a:cxnSpLocks/>
          </p:cNvCxnSpPr>
          <p:nvPr/>
        </p:nvCxnSpPr>
        <p:spPr>
          <a:xfrm flipV="1">
            <a:off x="1388420" y="3387076"/>
            <a:ext cx="1" cy="558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BCE30EFA-45CF-4F43-BB98-455288A2A161}"/>
              </a:ext>
            </a:extLst>
          </p:cNvPr>
          <p:cNvCxnSpPr>
            <a:cxnSpLocks/>
            <a:stCxn id="46" idx="0"/>
          </p:cNvCxnSpPr>
          <p:nvPr/>
        </p:nvCxnSpPr>
        <p:spPr>
          <a:xfrm flipV="1">
            <a:off x="703960" y="2529350"/>
            <a:ext cx="0" cy="603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310185A8-5A60-482D-8262-51CD5BB34316}"/>
              </a:ext>
            </a:extLst>
          </p:cNvPr>
          <p:cNvSpPr/>
          <p:nvPr/>
        </p:nvSpPr>
        <p:spPr>
          <a:xfrm>
            <a:off x="3313408" y="1666637"/>
            <a:ext cx="298273" cy="2658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セキュリティ層</a:t>
            </a:r>
            <a:endParaRPr kumimoji="1" lang="ja-JP" altLang="en-US" sz="900" dirty="0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00198049-D1F1-4D12-BE09-11A59807D790}"/>
              </a:ext>
            </a:extLst>
          </p:cNvPr>
          <p:cNvSpPr/>
          <p:nvPr/>
        </p:nvSpPr>
        <p:spPr>
          <a:xfrm>
            <a:off x="10116" y="1365521"/>
            <a:ext cx="3601566" cy="216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アプリケーション層</a:t>
            </a:r>
            <a:endParaRPr kumimoji="1" lang="ja-JP" altLang="en-US" sz="900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7F87BFC7-4CA2-49EB-A068-0E0E0F48646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096927" y="2319461"/>
            <a:ext cx="233691" cy="93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4152BCDD-3A34-4351-B657-5B0DAF7C4170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2575832" y="2401926"/>
            <a:ext cx="0" cy="339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FD1F539D-74A7-4F64-B781-7D3680BE52B7}"/>
              </a:ext>
            </a:extLst>
          </p:cNvPr>
          <p:cNvSpPr/>
          <p:nvPr/>
        </p:nvSpPr>
        <p:spPr>
          <a:xfrm>
            <a:off x="2037527" y="3132632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DTLS</a:t>
            </a:r>
            <a:endParaRPr kumimoji="1" lang="ja-JP" altLang="en-US" sz="900" dirty="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BFD2BAE8-E935-4122-BE1B-6861A5222E9C}"/>
              </a:ext>
            </a:extLst>
          </p:cNvPr>
          <p:cNvSpPr/>
          <p:nvPr/>
        </p:nvSpPr>
        <p:spPr>
          <a:xfrm>
            <a:off x="1777183" y="3944613"/>
            <a:ext cx="770818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ITS</a:t>
            </a:r>
            <a:r>
              <a:rPr lang="ja-JP" altLang="en-US" sz="900" dirty="0"/>
              <a:t>無線機</a:t>
            </a:r>
            <a:endParaRPr kumimoji="1" lang="ja-JP" altLang="en-US" sz="900" dirty="0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23CF2F10-C29B-4393-BCDE-430A718EE175}"/>
              </a:ext>
            </a:extLst>
          </p:cNvPr>
          <p:cNvSpPr/>
          <p:nvPr/>
        </p:nvSpPr>
        <p:spPr>
          <a:xfrm>
            <a:off x="2596140" y="3944613"/>
            <a:ext cx="561904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携帯網</a:t>
            </a:r>
            <a:endParaRPr kumimoji="1" lang="ja-JP" altLang="en-US" sz="900" dirty="0"/>
          </a:p>
        </p:txBody>
      </p: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AB261430-EDFF-4E34-A253-EEA600A5B6C0}"/>
              </a:ext>
            </a:extLst>
          </p:cNvPr>
          <p:cNvCxnSpPr>
            <a:cxnSpLocks/>
          </p:cNvCxnSpPr>
          <p:nvPr/>
        </p:nvCxnSpPr>
        <p:spPr>
          <a:xfrm>
            <a:off x="2536346" y="3491346"/>
            <a:ext cx="0" cy="21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BD06FEE4-860B-41A2-8CE2-49AC4620F415}"/>
              </a:ext>
            </a:extLst>
          </p:cNvPr>
          <p:cNvSpPr/>
          <p:nvPr/>
        </p:nvSpPr>
        <p:spPr>
          <a:xfrm>
            <a:off x="3989309" y="1097280"/>
            <a:ext cx="3568700" cy="3374966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1050" dirty="0"/>
              <a:t>DM</a:t>
            </a:r>
            <a:r>
              <a:rPr lang="ja-JP" altLang="en-US" sz="1050" dirty="0"/>
              <a:t>端末（受信側）</a:t>
            </a:r>
            <a:endParaRPr kumimoji="1" lang="ja-JP" altLang="en-US" sz="1050" dirty="0"/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746707B5-5E08-4B9E-A0FE-47617549AB23}"/>
              </a:ext>
            </a:extLst>
          </p:cNvPr>
          <p:cNvSpPr/>
          <p:nvPr/>
        </p:nvSpPr>
        <p:spPr>
          <a:xfrm>
            <a:off x="4501170" y="2746606"/>
            <a:ext cx="2577208" cy="74474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/>
              <a:t>ネットワーク＆</a:t>
            </a:r>
            <a:br>
              <a:rPr lang="en-US" altLang="ja-JP" sz="900" dirty="0"/>
            </a:br>
            <a:r>
              <a:rPr lang="ja-JP" altLang="en-US" sz="900" dirty="0"/>
              <a:t>トランスポート層</a:t>
            </a:r>
            <a:endParaRPr kumimoji="1" lang="ja-JP" altLang="en-US" sz="900" dirty="0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BE061642-DCE2-4CBF-BF14-BB0645766B8D}"/>
              </a:ext>
            </a:extLst>
          </p:cNvPr>
          <p:cNvSpPr/>
          <p:nvPr/>
        </p:nvSpPr>
        <p:spPr>
          <a:xfrm>
            <a:off x="4509675" y="3708602"/>
            <a:ext cx="2577207" cy="61692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アクセス層</a:t>
            </a:r>
            <a:endParaRPr kumimoji="1" lang="ja-JP" altLang="en-US" sz="900" dirty="0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29392571-62FC-4048-832A-EF07EFCA9E17}"/>
              </a:ext>
            </a:extLst>
          </p:cNvPr>
          <p:cNvSpPr/>
          <p:nvPr/>
        </p:nvSpPr>
        <p:spPr>
          <a:xfrm>
            <a:off x="5376072" y="3132632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QUIC</a:t>
            </a:r>
            <a:endParaRPr kumimoji="1" lang="ja-JP" altLang="en-US" sz="900" dirty="0"/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A7EB3CE7-3D6E-439A-A7E2-3E9971003F88}"/>
              </a:ext>
            </a:extLst>
          </p:cNvPr>
          <p:cNvSpPr/>
          <p:nvPr/>
        </p:nvSpPr>
        <p:spPr>
          <a:xfrm>
            <a:off x="4509676" y="1666637"/>
            <a:ext cx="2577208" cy="9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ファシリティ層</a:t>
            </a:r>
            <a:endParaRPr kumimoji="1" lang="ja-JP" altLang="en-US" sz="900" dirty="0"/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BDC37718-CB95-4014-BAEB-32695482D649}"/>
              </a:ext>
            </a:extLst>
          </p:cNvPr>
          <p:cNvSpPr/>
          <p:nvPr/>
        </p:nvSpPr>
        <p:spPr>
          <a:xfrm>
            <a:off x="4633275" y="1923759"/>
            <a:ext cx="1192675" cy="1842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1B0479EA-DB54-4541-9462-52E77DC37233}"/>
              </a:ext>
            </a:extLst>
          </p:cNvPr>
          <p:cNvSpPr/>
          <p:nvPr/>
        </p:nvSpPr>
        <p:spPr>
          <a:xfrm>
            <a:off x="4630799" y="2345665"/>
            <a:ext cx="1195151" cy="1836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CS(</a:t>
            </a:r>
            <a:r>
              <a:rPr lang="ja-JP" altLang="en-US" sz="900" dirty="0"/>
              <a:t>通信部</a:t>
            </a:r>
            <a:r>
              <a:rPr lang="en-US" altLang="ja-JP" sz="900" dirty="0"/>
              <a:t>)</a:t>
            </a:r>
            <a:endParaRPr kumimoji="1" lang="ja-JP" altLang="en-US" sz="900" dirty="0"/>
          </a:p>
        </p:txBody>
      </p: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8FED3D25-9DF2-428E-862C-AC63EB3668D9}"/>
              </a:ext>
            </a:extLst>
          </p:cNvPr>
          <p:cNvCxnSpPr>
            <a:cxnSpLocks/>
          </p:cNvCxnSpPr>
          <p:nvPr/>
        </p:nvCxnSpPr>
        <p:spPr>
          <a:xfrm>
            <a:off x="5228375" y="2105359"/>
            <a:ext cx="0" cy="24030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B7C43567-DC6F-4095-83E0-EA3B65B505E0}"/>
              </a:ext>
            </a:extLst>
          </p:cNvPr>
          <p:cNvSpPr/>
          <p:nvPr/>
        </p:nvSpPr>
        <p:spPr>
          <a:xfrm>
            <a:off x="4129119" y="1672823"/>
            <a:ext cx="298273" cy="2658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セキュリティ層</a:t>
            </a:r>
            <a:endParaRPr kumimoji="1" lang="ja-JP" altLang="en-US" sz="900" dirty="0"/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D9C37BF6-D6C5-439B-A264-F03169DFFECA}"/>
              </a:ext>
            </a:extLst>
          </p:cNvPr>
          <p:cNvSpPr/>
          <p:nvPr/>
        </p:nvSpPr>
        <p:spPr>
          <a:xfrm>
            <a:off x="7184345" y="1660603"/>
            <a:ext cx="267083" cy="2658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マネジメント層</a:t>
            </a:r>
            <a:endParaRPr kumimoji="1" lang="ja-JP" altLang="en-US" sz="900" dirty="0"/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A72A8304-E019-4B0B-BDFE-1A6B8AC9DC1F}"/>
              </a:ext>
            </a:extLst>
          </p:cNvPr>
          <p:cNvSpPr/>
          <p:nvPr/>
        </p:nvSpPr>
        <p:spPr>
          <a:xfrm>
            <a:off x="4143623" y="1365521"/>
            <a:ext cx="3307805" cy="216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アプリケーション層</a:t>
            </a:r>
            <a:endParaRPr kumimoji="1" lang="ja-JP" altLang="en-US" sz="900" dirty="0"/>
          </a:p>
        </p:txBody>
      </p:sp>
      <p:cxnSp>
        <p:nvCxnSpPr>
          <p:cNvPr id="151" name="直線矢印コネクタ 150">
            <a:extLst>
              <a:ext uri="{FF2B5EF4-FFF2-40B4-BE49-F238E27FC236}">
                <a16:creationId xmlns:a16="http://schemas.microsoft.com/office/drawing/2014/main" id="{8407DF78-52CF-4B66-8427-B4494B756F94}"/>
              </a:ext>
            </a:extLst>
          </p:cNvPr>
          <p:cNvCxnSpPr>
            <a:cxnSpLocks/>
          </p:cNvCxnSpPr>
          <p:nvPr/>
        </p:nvCxnSpPr>
        <p:spPr>
          <a:xfrm>
            <a:off x="4392829" y="2437508"/>
            <a:ext cx="2336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線矢印コネクタ 151">
            <a:extLst>
              <a:ext uri="{FF2B5EF4-FFF2-40B4-BE49-F238E27FC236}">
                <a16:creationId xmlns:a16="http://schemas.microsoft.com/office/drawing/2014/main" id="{B4E01D1A-D9DA-4815-BF47-8F8ED662BF20}"/>
              </a:ext>
            </a:extLst>
          </p:cNvPr>
          <p:cNvCxnSpPr>
            <a:cxnSpLocks/>
            <a:stCxn id="116" idx="2"/>
          </p:cNvCxnSpPr>
          <p:nvPr/>
        </p:nvCxnSpPr>
        <p:spPr>
          <a:xfrm>
            <a:off x="5228375" y="2529350"/>
            <a:ext cx="0" cy="21725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341963B2-11E6-48AA-8551-45AE54E9027C}"/>
              </a:ext>
            </a:extLst>
          </p:cNvPr>
          <p:cNvSpPr/>
          <p:nvPr/>
        </p:nvSpPr>
        <p:spPr>
          <a:xfrm>
            <a:off x="4721658" y="3132632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DTLS</a:t>
            </a:r>
            <a:endParaRPr kumimoji="1" lang="ja-JP" altLang="en-US" sz="900" dirty="0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3A64C126-585C-4688-941E-C953FAD81424}"/>
              </a:ext>
            </a:extLst>
          </p:cNvPr>
          <p:cNvSpPr/>
          <p:nvPr/>
        </p:nvSpPr>
        <p:spPr>
          <a:xfrm>
            <a:off x="4580074" y="3944613"/>
            <a:ext cx="770818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ITS</a:t>
            </a:r>
            <a:r>
              <a:rPr lang="ja-JP" altLang="en-US" sz="900" dirty="0"/>
              <a:t>無線機</a:t>
            </a:r>
            <a:endParaRPr kumimoji="1" lang="ja-JP" altLang="en-US" sz="900" dirty="0"/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F39187B1-0AF3-4302-9FDE-73A7755899CC}"/>
              </a:ext>
            </a:extLst>
          </p:cNvPr>
          <p:cNvSpPr/>
          <p:nvPr/>
        </p:nvSpPr>
        <p:spPr>
          <a:xfrm>
            <a:off x="5397509" y="3944613"/>
            <a:ext cx="561904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携帯網</a:t>
            </a:r>
            <a:endParaRPr kumimoji="1" lang="ja-JP" altLang="en-US" sz="900" dirty="0"/>
          </a:p>
        </p:txBody>
      </p: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DA416275-6E36-4DFA-A154-D2E4A4BFA97C}"/>
              </a:ext>
            </a:extLst>
          </p:cNvPr>
          <p:cNvCxnSpPr>
            <a:cxnSpLocks/>
          </p:cNvCxnSpPr>
          <p:nvPr/>
        </p:nvCxnSpPr>
        <p:spPr>
          <a:xfrm flipV="1">
            <a:off x="4989280" y="3491346"/>
            <a:ext cx="0" cy="21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7CB5E416-D2B2-4A46-9EE3-F483CBD8C13B}"/>
              </a:ext>
            </a:extLst>
          </p:cNvPr>
          <p:cNvSpPr/>
          <p:nvPr/>
        </p:nvSpPr>
        <p:spPr>
          <a:xfrm>
            <a:off x="5736912" y="595101"/>
            <a:ext cx="1533771" cy="3296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このページ内で説明する機能</a:t>
            </a:r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8692C005-8C66-43AB-B018-4E98C222E6B1}"/>
              </a:ext>
            </a:extLst>
          </p:cNvPr>
          <p:cNvSpPr/>
          <p:nvPr/>
        </p:nvSpPr>
        <p:spPr>
          <a:xfrm>
            <a:off x="5311642" y="496676"/>
            <a:ext cx="2241279" cy="51442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kumimoji="1" lang="ja-JP" altLang="en-US" sz="900" dirty="0"/>
              <a:t>凡例</a:t>
            </a:r>
          </a:p>
        </p:txBody>
      </p:sp>
      <p:cxnSp>
        <p:nvCxnSpPr>
          <p:cNvPr id="159" name="コネクタ: カギ線 158">
            <a:extLst>
              <a:ext uri="{FF2B5EF4-FFF2-40B4-BE49-F238E27FC236}">
                <a16:creationId xmlns:a16="http://schemas.microsoft.com/office/drawing/2014/main" id="{BB082AD3-181E-410A-9B1A-45FE07649413}"/>
              </a:ext>
            </a:extLst>
          </p:cNvPr>
          <p:cNvCxnSpPr>
            <a:cxnSpLocks/>
            <a:stCxn id="160" idx="2"/>
            <a:endCxn id="161" idx="2"/>
          </p:cNvCxnSpPr>
          <p:nvPr/>
        </p:nvCxnSpPr>
        <p:spPr>
          <a:xfrm rot="5400000" flipH="1" flipV="1">
            <a:off x="3841080" y="3169749"/>
            <a:ext cx="3835" cy="2303622"/>
          </a:xfrm>
          <a:prstGeom prst="bentConnector3">
            <a:avLst>
              <a:gd name="adj1" fmla="val -596088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8DD238DA-5135-4036-BF07-86C8972E7CE3}"/>
              </a:ext>
            </a:extLst>
          </p:cNvPr>
          <p:cNvSpPr/>
          <p:nvPr/>
        </p:nvSpPr>
        <p:spPr>
          <a:xfrm>
            <a:off x="6045553" y="3137042"/>
            <a:ext cx="920430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UDP</a:t>
            </a:r>
            <a:endParaRPr kumimoji="1" lang="ja-JP" altLang="en-US" sz="900" dirty="0"/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324CA987-4829-4348-8BBC-2FA43D81BCE7}"/>
              </a:ext>
            </a:extLst>
          </p:cNvPr>
          <p:cNvSpPr/>
          <p:nvPr/>
        </p:nvSpPr>
        <p:spPr>
          <a:xfrm>
            <a:off x="6047565" y="3950278"/>
            <a:ext cx="901726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Ethernet</a:t>
            </a:r>
            <a:endParaRPr kumimoji="1" lang="ja-JP" altLang="en-US" sz="900" dirty="0"/>
          </a:p>
        </p:txBody>
      </p: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28473DEE-EE62-4586-B613-B1F6CC2088F9}"/>
              </a:ext>
            </a:extLst>
          </p:cNvPr>
          <p:cNvCxnSpPr>
            <a:cxnSpLocks/>
          </p:cNvCxnSpPr>
          <p:nvPr/>
        </p:nvCxnSpPr>
        <p:spPr>
          <a:xfrm flipV="1">
            <a:off x="6592658" y="3391485"/>
            <a:ext cx="1" cy="558793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13763695-BA88-4C24-B567-30BCF23CF953}"/>
              </a:ext>
            </a:extLst>
          </p:cNvPr>
          <p:cNvCxnSpPr>
            <a:cxnSpLocks/>
          </p:cNvCxnSpPr>
          <p:nvPr/>
        </p:nvCxnSpPr>
        <p:spPr>
          <a:xfrm flipV="1">
            <a:off x="6254982" y="2529349"/>
            <a:ext cx="0" cy="59277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C648E9D0-C270-4B1A-AF41-A03941A6A7C2}"/>
              </a:ext>
            </a:extLst>
          </p:cNvPr>
          <p:cNvCxnSpPr>
            <a:cxnSpLocks/>
          </p:cNvCxnSpPr>
          <p:nvPr/>
        </p:nvCxnSpPr>
        <p:spPr>
          <a:xfrm>
            <a:off x="5825950" y="2015899"/>
            <a:ext cx="19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コネクタ: カギ線 170">
            <a:extLst>
              <a:ext uri="{FF2B5EF4-FFF2-40B4-BE49-F238E27FC236}">
                <a16:creationId xmlns:a16="http://schemas.microsoft.com/office/drawing/2014/main" id="{B937D25C-B129-4495-9741-C2AEF3F77062}"/>
              </a:ext>
            </a:extLst>
          </p:cNvPr>
          <p:cNvCxnSpPr>
            <a:cxnSpLocks/>
            <a:stCxn id="163" idx="2"/>
            <a:endCxn id="54" idx="2"/>
          </p:cNvCxnSpPr>
          <p:nvPr/>
        </p:nvCxnSpPr>
        <p:spPr>
          <a:xfrm rot="16200000" flipH="1">
            <a:off x="7077536" y="3625613"/>
            <a:ext cx="114772" cy="1272988"/>
          </a:xfrm>
          <a:prstGeom prst="bentConnector3">
            <a:avLst>
              <a:gd name="adj1" fmla="val 29917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697416DB-CB90-40E4-B80B-57502D638864}"/>
              </a:ext>
            </a:extLst>
          </p:cNvPr>
          <p:cNvSpPr/>
          <p:nvPr/>
        </p:nvSpPr>
        <p:spPr>
          <a:xfrm>
            <a:off x="10115" y="1656197"/>
            <a:ext cx="267083" cy="2658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マネジメント層</a:t>
            </a:r>
            <a:endParaRPr kumimoji="1" lang="ja-JP" altLang="en-US" sz="900" dirty="0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5A8DB9B1-0115-483C-A663-428063FAC1A8}"/>
              </a:ext>
            </a:extLst>
          </p:cNvPr>
          <p:cNvSpPr/>
          <p:nvPr/>
        </p:nvSpPr>
        <p:spPr>
          <a:xfrm>
            <a:off x="1238244" y="2202896"/>
            <a:ext cx="629114" cy="38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DB7E03D-ECFD-4E78-9D9B-4705AFDC4D57}"/>
              </a:ext>
            </a:extLst>
          </p:cNvPr>
          <p:cNvSpPr/>
          <p:nvPr/>
        </p:nvSpPr>
        <p:spPr>
          <a:xfrm>
            <a:off x="1340623" y="2298647"/>
            <a:ext cx="516829" cy="22668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ROS2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D019583-7421-44DB-9FAC-EEB32DE65E87}"/>
              </a:ext>
            </a:extLst>
          </p:cNvPr>
          <p:cNvCxnSpPr/>
          <p:nvPr/>
        </p:nvCxnSpPr>
        <p:spPr>
          <a:xfrm flipV="1">
            <a:off x="1230053" y="2202895"/>
            <a:ext cx="0" cy="32645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4A9C704A-5004-4F93-8435-24AD23E0441B}"/>
              </a:ext>
            </a:extLst>
          </p:cNvPr>
          <p:cNvCxnSpPr>
            <a:cxnSpLocks/>
          </p:cNvCxnSpPr>
          <p:nvPr/>
        </p:nvCxnSpPr>
        <p:spPr>
          <a:xfrm flipH="1">
            <a:off x="1230053" y="2202895"/>
            <a:ext cx="6423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C49F5B8C-32C2-45BF-9B6A-B5FAEF85F01B}"/>
              </a:ext>
            </a:extLst>
          </p:cNvPr>
          <p:cNvCxnSpPr>
            <a:cxnSpLocks/>
          </p:cNvCxnSpPr>
          <p:nvPr/>
        </p:nvCxnSpPr>
        <p:spPr>
          <a:xfrm flipV="1">
            <a:off x="1585991" y="2529350"/>
            <a:ext cx="0" cy="588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129DC6F2-C2D7-444F-8C2F-B90AFD432620}"/>
              </a:ext>
            </a:extLst>
          </p:cNvPr>
          <p:cNvCxnSpPr>
            <a:cxnSpLocks/>
          </p:cNvCxnSpPr>
          <p:nvPr/>
        </p:nvCxnSpPr>
        <p:spPr>
          <a:xfrm flipV="1">
            <a:off x="1139644" y="2523317"/>
            <a:ext cx="0" cy="588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271DF525-A527-4713-8B00-61F6715D05C0}"/>
              </a:ext>
            </a:extLst>
          </p:cNvPr>
          <p:cNvSpPr/>
          <p:nvPr/>
        </p:nvSpPr>
        <p:spPr>
          <a:xfrm>
            <a:off x="6047565" y="1912607"/>
            <a:ext cx="946313" cy="604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900" dirty="0"/>
              <a:t>DMI</a:t>
            </a:r>
            <a:r>
              <a:rPr lang="en-US" altLang="ja-JP" sz="900" dirty="0"/>
              <a:t>(</a:t>
            </a:r>
            <a:r>
              <a:rPr lang="ja-JP" altLang="en-US" sz="900" dirty="0"/>
              <a:t>外部</a:t>
            </a:r>
            <a:r>
              <a:rPr lang="en-US" altLang="ja-JP" sz="900" dirty="0"/>
              <a:t>I/F)</a:t>
            </a:r>
            <a:endParaRPr kumimoji="1" lang="ja-JP" altLang="en-US" sz="900" dirty="0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F71329C6-68A6-4066-84FC-C3D1582C9FB0}"/>
              </a:ext>
            </a:extLst>
          </p:cNvPr>
          <p:cNvSpPr/>
          <p:nvPr/>
        </p:nvSpPr>
        <p:spPr>
          <a:xfrm>
            <a:off x="6371451" y="2196744"/>
            <a:ext cx="629114" cy="38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BFC12832-187E-4D6E-B45E-91506C0D6B7F}"/>
              </a:ext>
            </a:extLst>
          </p:cNvPr>
          <p:cNvSpPr/>
          <p:nvPr/>
        </p:nvSpPr>
        <p:spPr>
          <a:xfrm>
            <a:off x="6473830" y="2292495"/>
            <a:ext cx="516829" cy="22668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ROS2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F69C56C8-A335-4759-A6E3-1706D955866F}"/>
              </a:ext>
            </a:extLst>
          </p:cNvPr>
          <p:cNvCxnSpPr/>
          <p:nvPr/>
        </p:nvCxnSpPr>
        <p:spPr>
          <a:xfrm flipV="1">
            <a:off x="6363260" y="2196743"/>
            <a:ext cx="0" cy="32645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39987781-8774-4931-8455-41F6843C92F4}"/>
              </a:ext>
            </a:extLst>
          </p:cNvPr>
          <p:cNvCxnSpPr>
            <a:cxnSpLocks/>
          </p:cNvCxnSpPr>
          <p:nvPr/>
        </p:nvCxnSpPr>
        <p:spPr>
          <a:xfrm flipH="1">
            <a:off x="6363260" y="2196743"/>
            <a:ext cx="6423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28DB1F38-75D1-43E0-AF97-E40CEC3BE005}"/>
              </a:ext>
            </a:extLst>
          </p:cNvPr>
          <p:cNvCxnSpPr>
            <a:cxnSpLocks/>
          </p:cNvCxnSpPr>
          <p:nvPr/>
        </p:nvCxnSpPr>
        <p:spPr>
          <a:xfrm flipV="1">
            <a:off x="6732244" y="2529349"/>
            <a:ext cx="0" cy="59277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351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9BF033FC-526C-4E44-90F6-D42EF4BD6D4B}"/>
              </a:ext>
            </a:extLst>
          </p:cNvPr>
          <p:cNvSpPr/>
          <p:nvPr/>
        </p:nvSpPr>
        <p:spPr>
          <a:xfrm>
            <a:off x="490450" y="770677"/>
            <a:ext cx="3466407" cy="200577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1050" dirty="0"/>
              <a:t>DM</a:t>
            </a:r>
            <a:r>
              <a:rPr lang="ja-JP" altLang="en-US" sz="1050" dirty="0"/>
              <a:t>端末</a:t>
            </a:r>
            <a:endParaRPr kumimoji="1" lang="ja-JP" altLang="en-US" sz="105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3F42B51-B5B1-4D21-A547-2BE6AACF297A}"/>
              </a:ext>
            </a:extLst>
          </p:cNvPr>
          <p:cNvSpPr/>
          <p:nvPr/>
        </p:nvSpPr>
        <p:spPr>
          <a:xfrm>
            <a:off x="665018" y="1666637"/>
            <a:ext cx="2539733" cy="9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ファシリティ層</a:t>
            </a:r>
            <a:endParaRPr kumimoji="1" lang="ja-JP" altLang="en-US" sz="900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0D975D9-7FD8-4694-A19E-A0BDB558A0AD}"/>
              </a:ext>
            </a:extLst>
          </p:cNvPr>
          <p:cNvSpPr/>
          <p:nvPr/>
        </p:nvSpPr>
        <p:spPr>
          <a:xfrm>
            <a:off x="665017" y="1047404"/>
            <a:ext cx="2539733" cy="3956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アプリケーション層</a:t>
            </a:r>
            <a:endParaRPr kumimoji="1" lang="ja-JP" altLang="en-US" sz="9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9B56DF9-354F-4858-8740-A5AB0004F7BB}"/>
              </a:ext>
            </a:extLst>
          </p:cNvPr>
          <p:cNvSpPr/>
          <p:nvPr/>
        </p:nvSpPr>
        <p:spPr>
          <a:xfrm>
            <a:off x="790111" y="1906944"/>
            <a:ext cx="522710" cy="6651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DMI</a:t>
            </a:r>
          </a:p>
          <a:p>
            <a:pPr algn="ctr"/>
            <a:r>
              <a:rPr lang="en-US" altLang="ja-JP" sz="900" dirty="0"/>
              <a:t>(</a:t>
            </a:r>
            <a:r>
              <a:rPr lang="ja-JP" altLang="en-US" sz="900" dirty="0"/>
              <a:t>外部</a:t>
            </a:r>
            <a:r>
              <a:rPr lang="en-US" altLang="ja-JP" sz="900" dirty="0"/>
              <a:t>I/F)</a:t>
            </a:r>
            <a:endParaRPr kumimoji="1" lang="ja-JP" altLang="en-US" sz="900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125864D-23F9-4523-B78E-E0256210F544}"/>
              </a:ext>
            </a:extLst>
          </p:cNvPr>
          <p:cNvSpPr/>
          <p:nvPr/>
        </p:nvSpPr>
        <p:spPr>
          <a:xfrm>
            <a:off x="1434152" y="1906943"/>
            <a:ext cx="1645566" cy="198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B7222-911D-4B91-B722-24A5FBDF7922}"/>
              </a:ext>
            </a:extLst>
          </p:cNvPr>
          <p:cNvSpPr/>
          <p:nvPr/>
        </p:nvSpPr>
        <p:spPr>
          <a:xfrm>
            <a:off x="1434152" y="2345665"/>
            <a:ext cx="1645566" cy="2100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CS(</a:t>
            </a:r>
            <a:r>
              <a:rPr lang="ja-JP" altLang="en-US" sz="900" dirty="0"/>
              <a:t>通信部</a:t>
            </a:r>
            <a:r>
              <a:rPr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405899F8-923A-4FC8-8BB2-556333581E11}"/>
              </a:ext>
            </a:extLst>
          </p:cNvPr>
          <p:cNvSpPr/>
          <p:nvPr/>
        </p:nvSpPr>
        <p:spPr>
          <a:xfrm>
            <a:off x="4644171" y="2262024"/>
            <a:ext cx="917043" cy="42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このページ内で説明する機能</a:t>
            </a: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99092D24-30E9-40DE-99FE-28E5B1B80BDB}"/>
              </a:ext>
            </a:extLst>
          </p:cNvPr>
          <p:cNvSpPr/>
          <p:nvPr/>
        </p:nvSpPr>
        <p:spPr>
          <a:xfrm>
            <a:off x="4218902" y="2105360"/>
            <a:ext cx="1541818" cy="67109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kumimoji="1" lang="ja-JP" altLang="en-US" sz="900" dirty="0"/>
              <a:t>凡例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BD95FAB-F572-43C0-BBF5-2903C475EE03}"/>
              </a:ext>
            </a:extLst>
          </p:cNvPr>
          <p:cNvCxnSpPr/>
          <p:nvPr/>
        </p:nvCxnSpPr>
        <p:spPr>
          <a:xfrm>
            <a:off x="2651760" y="1443021"/>
            <a:ext cx="0" cy="463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27841903-2350-4246-A036-9C4598A118D6}"/>
              </a:ext>
            </a:extLst>
          </p:cNvPr>
          <p:cNvCxnSpPr>
            <a:cxnSpLocks/>
          </p:cNvCxnSpPr>
          <p:nvPr/>
        </p:nvCxnSpPr>
        <p:spPr>
          <a:xfrm flipV="1">
            <a:off x="2804160" y="1443021"/>
            <a:ext cx="0" cy="463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988B2CCD-3E9E-457A-9585-FCBC85BC5291}"/>
              </a:ext>
            </a:extLst>
          </p:cNvPr>
          <p:cNvSpPr/>
          <p:nvPr/>
        </p:nvSpPr>
        <p:spPr>
          <a:xfrm>
            <a:off x="1466969" y="1243498"/>
            <a:ext cx="1645566" cy="198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MES(DM</a:t>
            </a:r>
            <a:r>
              <a:rPr kumimoji="1" lang="ja-JP" altLang="en-US" sz="900" dirty="0"/>
              <a:t>メッセンジャー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4" name="四角形: メモ 3">
            <a:extLst>
              <a:ext uri="{FF2B5EF4-FFF2-40B4-BE49-F238E27FC236}">
                <a16:creationId xmlns:a16="http://schemas.microsoft.com/office/drawing/2014/main" id="{BF117B8A-AFFE-4EA2-A275-ACC431E80F82}"/>
              </a:ext>
            </a:extLst>
          </p:cNvPr>
          <p:cNvSpPr/>
          <p:nvPr/>
        </p:nvSpPr>
        <p:spPr>
          <a:xfrm>
            <a:off x="3343846" y="1159281"/>
            <a:ext cx="532015" cy="282633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CSV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D0EBDC38-C544-4767-A8C3-B34D0DBB11E3}"/>
              </a:ext>
            </a:extLst>
          </p:cNvPr>
          <p:cNvCxnSpPr>
            <a:cxnSpLocks/>
          </p:cNvCxnSpPr>
          <p:nvPr/>
        </p:nvCxnSpPr>
        <p:spPr>
          <a:xfrm>
            <a:off x="3112535" y="1356853"/>
            <a:ext cx="2336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E2C57332-CF21-476A-BDB2-87FB20C2EAAD}"/>
              </a:ext>
            </a:extLst>
          </p:cNvPr>
          <p:cNvSpPr/>
          <p:nvPr/>
        </p:nvSpPr>
        <p:spPr>
          <a:xfrm>
            <a:off x="490451" y="4275884"/>
            <a:ext cx="6802102" cy="15188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4D8FBE8-0380-4D3F-B6D3-535AACB428EC}"/>
              </a:ext>
            </a:extLst>
          </p:cNvPr>
          <p:cNvSpPr/>
          <p:nvPr/>
        </p:nvSpPr>
        <p:spPr>
          <a:xfrm>
            <a:off x="511802" y="5418181"/>
            <a:ext cx="216758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100" dirty="0"/>
              <a:t>object_info_0_8_1(</a:t>
            </a:r>
            <a:r>
              <a:rPr lang="ja-JP" altLang="en-US" sz="1100" dirty="0"/>
              <a:t>物標情報</a:t>
            </a:r>
            <a:r>
              <a:rPr lang="en-US" altLang="ja-JP" sz="1100" dirty="0"/>
              <a:t>)</a:t>
            </a:r>
            <a:endParaRPr lang="ja-JP" altLang="en-US" sz="1100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C445337E-0237-4C2B-B4B1-947966BD0F95}"/>
              </a:ext>
            </a:extLst>
          </p:cNvPr>
          <p:cNvSpPr/>
          <p:nvPr/>
        </p:nvSpPr>
        <p:spPr>
          <a:xfrm>
            <a:off x="3191093" y="5408861"/>
            <a:ext cx="16097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100" dirty="0" err="1"/>
              <a:t>signal_info</a:t>
            </a:r>
            <a:r>
              <a:rPr lang="en-US" altLang="ja-JP" sz="1100" dirty="0"/>
              <a:t>(</a:t>
            </a:r>
            <a:r>
              <a:rPr lang="ja-JP" altLang="en-US" sz="1100" dirty="0"/>
              <a:t>信号情報</a:t>
            </a:r>
            <a:r>
              <a:rPr lang="en-US" altLang="ja-JP" sz="1100" dirty="0"/>
              <a:t>)</a:t>
            </a:r>
            <a:endParaRPr lang="ja-JP" altLang="en-US" sz="1100" dirty="0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33CF4A5B-2A7F-476A-92C5-D34E5C9F2B2D}"/>
              </a:ext>
            </a:extLst>
          </p:cNvPr>
          <p:cNvSpPr/>
          <p:nvPr/>
        </p:nvSpPr>
        <p:spPr>
          <a:xfrm>
            <a:off x="5841533" y="5379709"/>
            <a:ext cx="11320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100" dirty="0" err="1"/>
              <a:t>message_info</a:t>
            </a:r>
            <a:br>
              <a:rPr lang="en-US" altLang="ja-JP" sz="1100" dirty="0"/>
            </a:br>
            <a:r>
              <a:rPr lang="en-US" altLang="ja-JP" sz="1100" dirty="0"/>
              <a:t>(</a:t>
            </a:r>
            <a:r>
              <a:rPr lang="ja-JP" altLang="en-US" sz="1100" dirty="0"/>
              <a:t>メッセージ</a:t>
            </a:r>
            <a:r>
              <a:rPr lang="en-US" altLang="ja-JP" sz="1100" dirty="0"/>
              <a:t>)</a:t>
            </a:r>
            <a:endParaRPr lang="ja-JP" altLang="en-US" sz="1100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35D3CA64-A25D-4366-9BC5-A31F975DF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831627"/>
              </p:ext>
            </p:extLst>
          </p:nvPr>
        </p:nvGraphicFramePr>
        <p:xfrm>
          <a:off x="5831641" y="214251"/>
          <a:ext cx="3307380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476">
                  <a:extLst>
                    <a:ext uri="{9D8B030D-6E8A-4147-A177-3AD203B41FA5}">
                      <a16:colId xmlns:a16="http://schemas.microsoft.com/office/drawing/2014/main" val="4012129303"/>
                    </a:ext>
                  </a:extLst>
                </a:gridCol>
                <a:gridCol w="661476">
                  <a:extLst>
                    <a:ext uri="{9D8B030D-6E8A-4147-A177-3AD203B41FA5}">
                      <a16:colId xmlns:a16="http://schemas.microsoft.com/office/drawing/2014/main" val="307446033"/>
                    </a:ext>
                  </a:extLst>
                </a:gridCol>
                <a:gridCol w="661476">
                  <a:extLst>
                    <a:ext uri="{9D8B030D-6E8A-4147-A177-3AD203B41FA5}">
                      <a16:colId xmlns:a16="http://schemas.microsoft.com/office/drawing/2014/main" val="2092530471"/>
                    </a:ext>
                  </a:extLst>
                </a:gridCol>
                <a:gridCol w="661476">
                  <a:extLst>
                    <a:ext uri="{9D8B030D-6E8A-4147-A177-3AD203B41FA5}">
                      <a16:colId xmlns:a16="http://schemas.microsoft.com/office/drawing/2014/main" val="3935068563"/>
                    </a:ext>
                  </a:extLst>
                </a:gridCol>
                <a:gridCol w="661476">
                  <a:extLst>
                    <a:ext uri="{9D8B030D-6E8A-4147-A177-3AD203B41FA5}">
                      <a16:colId xmlns:a16="http://schemas.microsoft.com/office/drawing/2014/main" val="3125354838"/>
                    </a:ext>
                  </a:extLst>
                </a:gridCol>
              </a:tblGrid>
              <a:tr h="242693"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物標</a:t>
                      </a:r>
                      <a:r>
                        <a:rPr kumimoji="1" lang="en-US" altLang="ja-JP" sz="1100" dirty="0"/>
                        <a:t>ID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情報取得時刻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・・・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・・・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情報源のリスト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876589"/>
                  </a:ext>
                </a:extLst>
              </a:tr>
              <a:tr h="242693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505434"/>
                  </a:ext>
                </a:extLst>
              </a:tr>
              <a:tr h="242693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38105"/>
                  </a:ext>
                </a:extLst>
              </a:tr>
              <a:tr h="242693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65492"/>
                  </a:ext>
                </a:extLst>
              </a:tr>
            </a:tbl>
          </a:graphicData>
        </a:graphic>
      </p:graphicFrame>
      <p:graphicFrame>
        <p:nvGraphicFramePr>
          <p:cNvPr id="71" name="表 70">
            <a:extLst>
              <a:ext uri="{FF2B5EF4-FFF2-40B4-BE49-F238E27FC236}">
                <a16:creationId xmlns:a16="http://schemas.microsoft.com/office/drawing/2014/main" id="{996847BC-D29F-4443-A65F-9802EEE95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276576"/>
              </p:ext>
            </p:extLst>
          </p:nvPr>
        </p:nvGraphicFramePr>
        <p:xfrm>
          <a:off x="5836620" y="1572491"/>
          <a:ext cx="3307380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845">
                  <a:extLst>
                    <a:ext uri="{9D8B030D-6E8A-4147-A177-3AD203B41FA5}">
                      <a16:colId xmlns:a16="http://schemas.microsoft.com/office/drawing/2014/main" val="4012129303"/>
                    </a:ext>
                  </a:extLst>
                </a:gridCol>
                <a:gridCol w="826845">
                  <a:extLst>
                    <a:ext uri="{9D8B030D-6E8A-4147-A177-3AD203B41FA5}">
                      <a16:colId xmlns:a16="http://schemas.microsoft.com/office/drawing/2014/main" val="307446033"/>
                    </a:ext>
                  </a:extLst>
                </a:gridCol>
                <a:gridCol w="826845">
                  <a:extLst>
                    <a:ext uri="{9D8B030D-6E8A-4147-A177-3AD203B41FA5}">
                      <a16:colId xmlns:a16="http://schemas.microsoft.com/office/drawing/2014/main" val="3935068563"/>
                    </a:ext>
                  </a:extLst>
                </a:gridCol>
                <a:gridCol w="826845">
                  <a:extLst>
                    <a:ext uri="{9D8B030D-6E8A-4147-A177-3AD203B41FA5}">
                      <a16:colId xmlns:a16="http://schemas.microsoft.com/office/drawing/2014/main" val="3125354838"/>
                    </a:ext>
                  </a:extLst>
                </a:gridCol>
              </a:tblGrid>
              <a:tr h="242693"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交差点</a:t>
                      </a:r>
                      <a:r>
                        <a:rPr kumimoji="1" lang="en-US" altLang="ja-JP" sz="1100" dirty="0"/>
                        <a:t>ID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信号灯器</a:t>
                      </a:r>
                      <a:r>
                        <a:rPr kumimoji="1" lang="en-US" altLang="ja-JP" sz="1100" dirty="0"/>
                        <a:t>ID</a:t>
                      </a:r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・・・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最大残秒数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876589"/>
                  </a:ext>
                </a:extLst>
              </a:tr>
              <a:tr h="242693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505434"/>
                  </a:ext>
                </a:extLst>
              </a:tr>
              <a:tr h="242693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38105"/>
                  </a:ext>
                </a:extLst>
              </a:tr>
              <a:tr h="242693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65492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BF8629BF-44B4-4D89-9365-576358F79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979807"/>
              </p:ext>
            </p:extLst>
          </p:nvPr>
        </p:nvGraphicFramePr>
        <p:xfrm>
          <a:off x="4850316" y="472548"/>
          <a:ext cx="82684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845">
                  <a:extLst>
                    <a:ext uri="{9D8B030D-6E8A-4147-A177-3AD203B41FA5}">
                      <a16:colId xmlns:a16="http://schemas.microsoft.com/office/drawing/2014/main" val="4012129303"/>
                    </a:ext>
                  </a:extLst>
                </a:gridCol>
              </a:tblGrid>
              <a:tr h="242693"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メッセージ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876589"/>
                  </a:ext>
                </a:extLst>
              </a:tr>
              <a:tr h="242693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505434"/>
                  </a:ext>
                </a:extLst>
              </a:tr>
              <a:tr h="242693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38105"/>
                  </a:ext>
                </a:extLst>
              </a:tr>
              <a:tr h="242693">
                <a:tc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65492"/>
                  </a:ext>
                </a:extLst>
              </a:tr>
            </a:tbl>
          </a:graphicData>
        </a:graphic>
      </p:graphicFrame>
      <p:pic>
        <p:nvPicPr>
          <p:cNvPr id="9" name="図 8">
            <a:extLst>
              <a:ext uri="{FF2B5EF4-FFF2-40B4-BE49-F238E27FC236}">
                <a16:creationId xmlns:a16="http://schemas.microsoft.com/office/drawing/2014/main" id="{451F12AA-5EC8-4441-9EC6-A1B015989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94" y="4522566"/>
            <a:ext cx="2433107" cy="89080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B16F019-DAC5-40DE-9FC5-863EF75CB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445" y="4522566"/>
            <a:ext cx="2531248" cy="93135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B7B72F0-303D-478A-A0A1-4E558284A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014" y="4522566"/>
            <a:ext cx="738330" cy="904715"/>
          </a:xfrm>
          <a:prstGeom prst="rect">
            <a:avLst/>
          </a:prstGeom>
        </p:spPr>
      </p:pic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49B8F57E-B3A4-4F32-833D-09B5B74EA24C}"/>
              </a:ext>
            </a:extLst>
          </p:cNvPr>
          <p:cNvSpPr/>
          <p:nvPr/>
        </p:nvSpPr>
        <p:spPr>
          <a:xfrm>
            <a:off x="2279891" y="3499583"/>
            <a:ext cx="2520938" cy="3949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MES(DM</a:t>
            </a:r>
            <a:r>
              <a:rPr kumimoji="1" lang="ja-JP" altLang="en-US" sz="900" dirty="0"/>
              <a:t>メッセンジャー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3D7B5D65-53F3-4135-B738-3FC34CC23098}"/>
              </a:ext>
            </a:extLst>
          </p:cNvPr>
          <p:cNvCxnSpPr>
            <a:stCxn id="75" idx="2"/>
            <a:endCxn id="9" idx="0"/>
          </p:cNvCxnSpPr>
          <p:nvPr/>
        </p:nvCxnSpPr>
        <p:spPr>
          <a:xfrm flipH="1">
            <a:off x="1851448" y="3894568"/>
            <a:ext cx="1688912" cy="627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BCB5F59E-85A6-459A-BF58-9F53F2D5C755}"/>
              </a:ext>
            </a:extLst>
          </p:cNvPr>
          <p:cNvCxnSpPr>
            <a:cxnSpLocks/>
            <a:stCxn id="75" idx="2"/>
            <a:endCxn id="11" idx="0"/>
          </p:cNvCxnSpPr>
          <p:nvPr/>
        </p:nvCxnSpPr>
        <p:spPr>
          <a:xfrm>
            <a:off x="3540360" y="3894568"/>
            <a:ext cx="937709" cy="627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B8EE6D05-6070-4807-B894-10BFDD7DB661}"/>
              </a:ext>
            </a:extLst>
          </p:cNvPr>
          <p:cNvCxnSpPr>
            <a:cxnSpLocks/>
            <a:stCxn id="75" idx="2"/>
            <a:endCxn id="12" idx="0"/>
          </p:cNvCxnSpPr>
          <p:nvPr/>
        </p:nvCxnSpPr>
        <p:spPr>
          <a:xfrm>
            <a:off x="3540360" y="3894568"/>
            <a:ext cx="2781819" cy="627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9FE54A14-57C4-49A5-973D-E463771D59E7}"/>
              </a:ext>
            </a:extLst>
          </p:cNvPr>
          <p:cNvSpPr/>
          <p:nvPr/>
        </p:nvSpPr>
        <p:spPr>
          <a:xfrm>
            <a:off x="6775443" y="4904482"/>
            <a:ext cx="39626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100" dirty="0"/>
              <a:t>・・・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69B8545-34E6-47BE-95C6-5D94411E437D}"/>
              </a:ext>
            </a:extLst>
          </p:cNvPr>
          <p:cNvSpPr/>
          <p:nvPr/>
        </p:nvSpPr>
        <p:spPr>
          <a:xfrm>
            <a:off x="4783221" y="3928596"/>
            <a:ext cx="15808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-S</a:t>
            </a:r>
            <a:r>
              <a:rPr lang="ja-JP" altLang="en-US" sz="1400" dirty="0"/>
              <a:t>でスキーマを指定</a:t>
            </a:r>
          </a:p>
        </p:txBody>
      </p:sp>
    </p:spTree>
    <p:extLst>
      <p:ext uri="{BB962C8B-B14F-4D97-AF65-F5344CB8AC3E}">
        <p14:creationId xmlns:p14="http://schemas.microsoft.com/office/powerpoint/2010/main" val="338567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9BF033FC-526C-4E44-90F6-D42EF4BD6D4B}"/>
              </a:ext>
            </a:extLst>
          </p:cNvPr>
          <p:cNvSpPr/>
          <p:nvPr/>
        </p:nvSpPr>
        <p:spPr>
          <a:xfrm>
            <a:off x="1368492" y="770677"/>
            <a:ext cx="2859721" cy="370157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1050" dirty="0"/>
              <a:t>DM</a:t>
            </a:r>
            <a:r>
              <a:rPr lang="ja-JP" altLang="en-US" sz="1050" dirty="0"/>
              <a:t>端末（送信側）</a:t>
            </a:r>
            <a:endParaRPr kumimoji="1" lang="ja-JP" altLang="en-US" sz="1050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80CE20D-471B-48ED-85A7-0B47D5537938}"/>
              </a:ext>
            </a:extLst>
          </p:cNvPr>
          <p:cNvSpPr/>
          <p:nvPr/>
        </p:nvSpPr>
        <p:spPr>
          <a:xfrm>
            <a:off x="1530831" y="2746606"/>
            <a:ext cx="2495832" cy="74474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/>
              <a:t>ネットワーク＆</a:t>
            </a:r>
            <a:br>
              <a:rPr lang="en-US" altLang="ja-JP" sz="900" dirty="0"/>
            </a:br>
            <a:r>
              <a:rPr lang="ja-JP" altLang="en-US" sz="900" dirty="0"/>
              <a:t>トランスポート層</a:t>
            </a:r>
            <a:endParaRPr kumimoji="1" lang="ja-JP" altLang="en-US" sz="900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14EAD2D-0CDB-42CA-A6D3-66D445FC6918}"/>
              </a:ext>
            </a:extLst>
          </p:cNvPr>
          <p:cNvSpPr/>
          <p:nvPr/>
        </p:nvSpPr>
        <p:spPr>
          <a:xfrm>
            <a:off x="1539336" y="3708602"/>
            <a:ext cx="2488759" cy="61692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アクセス層</a:t>
            </a:r>
            <a:endParaRPr kumimoji="1" lang="ja-JP" altLang="en-US" sz="9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1750F48-B2CB-4108-9FE6-72D3640BD46E}"/>
              </a:ext>
            </a:extLst>
          </p:cNvPr>
          <p:cNvSpPr/>
          <p:nvPr/>
        </p:nvSpPr>
        <p:spPr>
          <a:xfrm>
            <a:off x="1658607" y="3944613"/>
            <a:ext cx="770818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ITS</a:t>
            </a:r>
            <a:r>
              <a:rPr lang="ja-JP" altLang="en-US" sz="900" dirty="0"/>
              <a:t>無線機</a:t>
            </a:r>
            <a:endParaRPr kumimoji="1" lang="ja-JP" altLang="en-US" sz="9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D97E25E-EFA2-43F6-A435-C48C668C0030}"/>
              </a:ext>
            </a:extLst>
          </p:cNvPr>
          <p:cNvSpPr/>
          <p:nvPr/>
        </p:nvSpPr>
        <p:spPr>
          <a:xfrm>
            <a:off x="2783715" y="3132633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UDP</a:t>
            </a:r>
            <a:endParaRPr kumimoji="1" lang="ja-JP" altLang="en-US" sz="900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C92AB2F-BCD1-4D6D-AEA5-BC9B766D3A94}"/>
              </a:ext>
            </a:extLst>
          </p:cNvPr>
          <p:cNvSpPr/>
          <p:nvPr/>
        </p:nvSpPr>
        <p:spPr>
          <a:xfrm>
            <a:off x="3363613" y="3123988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DTLS</a:t>
            </a:r>
            <a:endParaRPr kumimoji="1" lang="ja-JP" altLang="en-US" sz="9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5602564-F94B-4D50-ACE4-8CD5AEA2CB3B}"/>
              </a:ext>
            </a:extLst>
          </p:cNvPr>
          <p:cNvSpPr/>
          <p:nvPr/>
        </p:nvSpPr>
        <p:spPr>
          <a:xfrm>
            <a:off x="2173308" y="3132633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QUIC</a:t>
            </a:r>
            <a:endParaRPr kumimoji="1" lang="ja-JP" altLang="en-US" sz="9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5251A78-0212-4C97-AE4E-02DDCEAD4CE0}"/>
              </a:ext>
            </a:extLst>
          </p:cNvPr>
          <p:cNvSpPr/>
          <p:nvPr/>
        </p:nvSpPr>
        <p:spPr>
          <a:xfrm>
            <a:off x="2496132" y="3944613"/>
            <a:ext cx="561904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携帯網</a:t>
            </a:r>
            <a:endParaRPr kumimoji="1" lang="ja-JP" altLang="en-US" sz="900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26098EB-2B6B-4A11-8628-3425FC38293B}"/>
              </a:ext>
            </a:extLst>
          </p:cNvPr>
          <p:cNvSpPr/>
          <p:nvPr/>
        </p:nvSpPr>
        <p:spPr>
          <a:xfrm>
            <a:off x="3124743" y="3945869"/>
            <a:ext cx="73768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Ethernet</a:t>
            </a:r>
            <a:endParaRPr kumimoji="1" lang="ja-JP" altLang="en-US" sz="9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3F42B51-B5B1-4D21-A547-2BE6AACF297A}"/>
              </a:ext>
            </a:extLst>
          </p:cNvPr>
          <p:cNvSpPr/>
          <p:nvPr/>
        </p:nvSpPr>
        <p:spPr>
          <a:xfrm>
            <a:off x="1539337" y="1666637"/>
            <a:ext cx="2487326" cy="9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ファシリティ層</a:t>
            </a:r>
            <a:endParaRPr kumimoji="1" lang="ja-JP" altLang="en-US" sz="900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0D975D9-7FD8-4694-A19E-A0BDB558A0AD}"/>
              </a:ext>
            </a:extLst>
          </p:cNvPr>
          <p:cNvSpPr/>
          <p:nvPr/>
        </p:nvSpPr>
        <p:spPr>
          <a:xfrm>
            <a:off x="2101479" y="1030779"/>
            <a:ext cx="1925183" cy="412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アプリケーション層</a:t>
            </a:r>
            <a:endParaRPr kumimoji="1" lang="ja-JP" altLang="en-US" sz="9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9B56DF9-354F-4858-8740-A5AB0004F7BB}"/>
              </a:ext>
            </a:extLst>
          </p:cNvPr>
          <p:cNvSpPr/>
          <p:nvPr/>
        </p:nvSpPr>
        <p:spPr>
          <a:xfrm>
            <a:off x="1612023" y="1906944"/>
            <a:ext cx="522710" cy="6651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DMI</a:t>
            </a:r>
          </a:p>
          <a:p>
            <a:pPr algn="ctr"/>
            <a:r>
              <a:rPr lang="en-US" altLang="ja-JP" sz="900" dirty="0"/>
              <a:t>(</a:t>
            </a:r>
            <a:r>
              <a:rPr lang="ja-JP" altLang="en-US" sz="900" dirty="0"/>
              <a:t>外部</a:t>
            </a:r>
            <a:r>
              <a:rPr lang="en-US" altLang="ja-JP" sz="900" dirty="0"/>
              <a:t>I/F)</a:t>
            </a:r>
            <a:endParaRPr kumimoji="1" lang="ja-JP" altLang="en-US" sz="9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BA8A22D-C3F5-4076-95A0-C102AA2C80E8}"/>
              </a:ext>
            </a:extLst>
          </p:cNvPr>
          <p:cNvSpPr/>
          <p:nvPr/>
        </p:nvSpPr>
        <p:spPr>
          <a:xfrm>
            <a:off x="1602660" y="3132633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TCP</a:t>
            </a:r>
            <a:endParaRPr kumimoji="1" lang="ja-JP" altLang="en-US" sz="900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125864D-23F9-4523-B78E-E0256210F544}"/>
              </a:ext>
            </a:extLst>
          </p:cNvPr>
          <p:cNvSpPr/>
          <p:nvPr/>
        </p:nvSpPr>
        <p:spPr>
          <a:xfrm>
            <a:off x="2256064" y="1906943"/>
            <a:ext cx="1645566" cy="198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B7222-911D-4B91-B722-24A5FBDF7922}"/>
              </a:ext>
            </a:extLst>
          </p:cNvPr>
          <p:cNvSpPr/>
          <p:nvPr/>
        </p:nvSpPr>
        <p:spPr>
          <a:xfrm>
            <a:off x="2256064" y="2345665"/>
            <a:ext cx="1645566" cy="2100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CS(</a:t>
            </a:r>
            <a:r>
              <a:rPr lang="ja-JP" altLang="en-US" sz="900" dirty="0"/>
              <a:t>通信部</a:t>
            </a:r>
            <a:r>
              <a:rPr lang="en-US" altLang="ja-JP" sz="900" dirty="0"/>
              <a:t>)</a:t>
            </a:r>
            <a:endParaRPr kumimoji="1" lang="ja-JP" altLang="en-US" sz="9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BD95FAB-F572-43C0-BBF5-2903C475EE03}"/>
              </a:ext>
            </a:extLst>
          </p:cNvPr>
          <p:cNvCxnSpPr/>
          <p:nvPr/>
        </p:nvCxnSpPr>
        <p:spPr>
          <a:xfrm>
            <a:off x="3124743" y="1443021"/>
            <a:ext cx="0" cy="463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C36B92BE-35D8-4F40-887D-E49BAEE5FB44}"/>
              </a:ext>
            </a:extLst>
          </p:cNvPr>
          <p:cNvCxnSpPr>
            <a:cxnSpLocks/>
          </p:cNvCxnSpPr>
          <p:nvPr/>
        </p:nvCxnSpPr>
        <p:spPr>
          <a:xfrm>
            <a:off x="3124743" y="2105359"/>
            <a:ext cx="0" cy="240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354CC4B5-3366-4983-8AB2-7F1003B60D90}"/>
              </a:ext>
            </a:extLst>
          </p:cNvPr>
          <p:cNvCxnSpPr>
            <a:cxnSpLocks/>
          </p:cNvCxnSpPr>
          <p:nvPr/>
        </p:nvCxnSpPr>
        <p:spPr>
          <a:xfrm flipH="1">
            <a:off x="3129712" y="2550691"/>
            <a:ext cx="1" cy="56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29A4B570-7B45-4CDE-B8EE-452037798811}"/>
              </a:ext>
            </a:extLst>
          </p:cNvPr>
          <p:cNvCxnSpPr>
            <a:cxnSpLocks/>
          </p:cNvCxnSpPr>
          <p:nvPr/>
        </p:nvCxnSpPr>
        <p:spPr>
          <a:xfrm>
            <a:off x="3124743" y="3383282"/>
            <a:ext cx="0" cy="324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D99E093F-4D86-4BDC-9755-37FD401C3CBE}"/>
              </a:ext>
            </a:extLst>
          </p:cNvPr>
          <p:cNvSpPr/>
          <p:nvPr/>
        </p:nvSpPr>
        <p:spPr>
          <a:xfrm>
            <a:off x="4455479" y="770677"/>
            <a:ext cx="2859721" cy="370157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1050" dirty="0"/>
              <a:t>DM</a:t>
            </a:r>
            <a:r>
              <a:rPr lang="ja-JP" altLang="en-US" sz="1050" dirty="0"/>
              <a:t>端末（受信側）</a:t>
            </a:r>
            <a:endParaRPr kumimoji="1" lang="ja-JP" altLang="en-US" sz="1050" dirty="0"/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CB1C35E5-49A6-4540-98A8-D730979B6E42}"/>
              </a:ext>
            </a:extLst>
          </p:cNvPr>
          <p:cNvSpPr/>
          <p:nvPr/>
        </p:nvSpPr>
        <p:spPr>
          <a:xfrm>
            <a:off x="4635826" y="2740572"/>
            <a:ext cx="2495832" cy="74474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/>
              <a:t>ネットワーク＆</a:t>
            </a:r>
            <a:br>
              <a:rPr lang="en-US" altLang="ja-JP" sz="900" dirty="0"/>
            </a:br>
            <a:r>
              <a:rPr lang="ja-JP" altLang="en-US" sz="900" dirty="0"/>
              <a:t>トランスポート層</a:t>
            </a:r>
            <a:endParaRPr kumimoji="1" lang="ja-JP" altLang="en-US" sz="900" dirty="0"/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270B5FBF-FF04-4395-A00C-1C263074130D}"/>
              </a:ext>
            </a:extLst>
          </p:cNvPr>
          <p:cNvSpPr/>
          <p:nvPr/>
        </p:nvSpPr>
        <p:spPr>
          <a:xfrm>
            <a:off x="4644331" y="3702569"/>
            <a:ext cx="2488759" cy="62295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アクセス層</a:t>
            </a:r>
            <a:endParaRPr kumimoji="1" lang="ja-JP" altLang="en-US" sz="900" dirty="0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6668E07A-60F2-4437-BB94-D23F44B6BB8D}"/>
              </a:ext>
            </a:extLst>
          </p:cNvPr>
          <p:cNvSpPr/>
          <p:nvPr/>
        </p:nvSpPr>
        <p:spPr>
          <a:xfrm>
            <a:off x="4763602" y="3938579"/>
            <a:ext cx="770818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ITS</a:t>
            </a:r>
            <a:r>
              <a:rPr lang="ja-JP" altLang="en-US" sz="900" dirty="0"/>
              <a:t>無線機</a:t>
            </a:r>
            <a:endParaRPr kumimoji="1" lang="ja-JP" altLang="en-US" sz="900" dirty="0"/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CA86288E-F1DA-491B-8074-008A8E8A96F8}"/>
              </a:ext>
            </a:extLst>
          </p:cNvPr>
          <p:cNvSpPr/>
          <p:nvPr/>
        </p:nvSpPr>
        <p:spPr>
          <a:xfrm>
            <a:off x="5888710" y="3126599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UDP</a:t>
            </a:r>
            <a:endParaRPr kumimoji="1" lang="ja-JP" altLang="en-US" sz="900" dirty="0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8A2199F6-126A-4415-B69F-7314BD6A0C5E}"/>
              </a:ext>
            </a:extLst>
          </p:cNvPr>
          <p:cNvSpPr/>
          <p:nvPr/>
        </p:nvSpPr>
        <p:spPr>
          <a:xfrm>
            <a:off x="6468608" y="3117954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DTLS</a:t>
            </a:r>
            <a:endParaRPr kumimoji="1" lang="ja-JP" altLang="en-US" sz="900" dirty="0"/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090295B-2731-4D22-9AA2-D8E2F46D7450}"/>
              </a:ext>
            </a:extLst>
          </p:cNvPr>
          <p:cNvSpPr/>
          <p:nvPr/>
        </p:nvSpPr>
        <p:spPr>
          <a:xfrm>
            <a:off x="5278303" y="3126599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QUIC</a:t>
            </a:r>
            <a:endParaRPr kumimoji="1" lang="ja-JP" altLang="en-US" sz="900" dirty="0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5DC3E192-2E3F-4AE2-8EBA-71B674F0BCD5}"/>
              </a:ext>
            </a:extLst>
          </p:cNvPr>
          <p:cNvSpPr/>
          <p:nvPr/>
        </p:nvSpPr>
        <p:spPr>
          <a:xfrm>
            <a:off x="5601127" y="3938579"/>
            <a:ext cx="561904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/>
              <a:t>携帯網</a:t>
            </a:r>
            <a:endParaRPr kumimoji="1" lang="ja-JP" altLang="en-US" sz="900" dirty="0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78EB1688-6C5F-4B7A-BF03-ABA396ACFCC2}"/>
              </a:ext>
            </a:extLst>
          </p:cNvPr>
          <p:cNvSpPr/>
          <p:nvPr/>
        </p:nvSpPr>
        <p:spPr>
          <a:xfrm>
            <a:off x="6229738" y="3939835"/>
            <a:ext cx="73768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Ethernet</a:t>
            </a:r>
            <a:endParaRPr kumimoji="1" lang="ja-JP" altLang="en-US" sz="900" dirty="0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88CAA78-6271-47C3-8B5C-D3EA05E8E88E}"/>
              </a:ext>
            </a:extLst>
          </p:cNvPr>
          <p:cNvSpPr/>
          <p:nvPr/>
        </p:nvSpPr>
        <p:spPr>
          <a:xfrm>
            <a:off x="4644332" y="1660603"/>
            <a:ext cx="2487326" cy="9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ファシリティ層</a:t>
            </a:r>
            <a:endParaRPr kumimoji="1" lang="ja-JP" altLang="en-US" sz="900" dirty="0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26B4BCF7-ED09-48DC-8B1F-CB21EFC53B67}"/>
              </a:ext>
            </a:extLst>
          </p:cNvPr>
          <p:cNvSpPr/>
          <p:nvPr/>
        </p:nvSpPr>
        <p:spPr>
          <a:xfrm>
            <a:off x="4644331" y="1030780"/>
            <a:ext cx="2487326" cy="4062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900" dirty="0"/>
              <a:t>アプリケーション層</a:t>
            </a:r>
            <a:endParaRPr kumimoji="1" lang="ja-JP" altLang="en-US" sz="900" dirty="0"/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5C4C8DD3-F139-4768-BA7C-37AB72FA2290}"/>
              </a:ext>
            </a:extLst>
          </p:cNvPr>
          <p:cNvSpPr/>
          <p:nvPr/>
        </p:nvSpPr>
        <p:spPr>
          <a:xfrm>
            <a:off x="4717018" y="1900910"/>
            <a:ext cx="522710" cy="6651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DMI</a:t>
            </a:r>
          </a:p>
          <a:p>
            <a:pPr algn="ctr"/>
            <a:r>
              <a:rPr lang="en-US" altLang="ja-JP" sz="900" dirty="0"/>
              <a:t>(</a:t>
            </a:r>
            <a:r>
              <a:rPr lang="ja-JP" altLang="en-US" sz="900" dirty="0"/>
              <a:t>外部</a:t>
            </a:r>
            <a:r>
              <a:rPr lang="en-US" altLang="ja-JP" sz="900" dirty="0"/>
              <a:t>I/F)</a:t>
            </a:r>
            <a:endParaRPr kumimoji="1" lang="ja-JP" altLang="en-US" sz="900" dirty="0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206A8C76-8BFB-4D9E-A3B4-3986113A37FB}"/>
              </a:ext>
            </a:extLst>
          </p:cNvPr>
          <p:cNvSpPr/>
          <p:nvPr/>
        </p:nvSpPr>
        <p:spPr>
          <a:xfrm>
            <a:off x="4707655" y="3126599"/>
            <a:ext cx="498819" cy="254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TCP</a:t>
            </a:r>
            <a:endParaRPr kumimoji="1" lang="ja-JP" altLang="en-US" sz="900" dirty="0"/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1C243600-0181-4AFB-B134-7DCE9D119162}"/>
              </a:ext>
            </a:extLst>
          </p:cNvPr>
          <p:cNvSpPr/>
          <p:nvPr/>
        </p:nvSpPr>
        <p:spPr>
          <a:xfrm>
            <a:off x="5361059" y="1900909"/>
            <a:ext cx="1645566" cy="198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IS(DB</a:t>
            </a:r>
            <a:r>
              <a:rPr kumimoji="1" lang="ja-JP" altLang="en-US" sz="900" dirty="0"/>
              <a:t>システム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75F710C4-2540-47AB-B2BA-9E73FB3F2A85}"/>
              </a:ext>
            </a:extLst>
          </p:cNvPr>
          <p:cNvSpPr/>
          <p:nvPr/>
        </p:nvSpPr>
        <p:spPr>
          <a:xfrm>
            <a:off x="5361059" y="2339631"/>
            <a:ext cx="1645566" cy="2100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CS(</a:t>
            </a:r>
            <a:r>
              <a:rPr lang="ja-JP" altLang="en-US" sz="900" dirty="0"/>
              <a:t>通信部</a:t>
            </a:r>
            <a:r>
              <a:rPr lang="en-US" altLang="ja-JP" sz="900" dirty="0"/>
              <a:t>)</a:t>
            </a:r>
            <a:endParaRPr kumimoji="1" lang="ja-JP" altLang="en-US" sz="900" dirty="0"/>
          </a:p>
        </p:txBody>
      </p:sp>
      <p:cxnSp>
        <p:nvCxnSpPr>
          <p:cNvPr id="142" name="直線矢印コネクタ 141">
            <a:extLst>
              <a:ext uri="{FF2B5EF4-FFF2-40B4-BE49-F238E27FC236}">
                <a16:creationId xmlns:a16="http://schemas.microsoft.com/office/drawing/2014/main" id="{B7707EDB-11AB-4749-BA5B-E3833D94BCBD}"/>
              </a:ext>
            </a:extLst>
          </p:cNvPr>
          <p:cNvCxnSpPr/>
          <p:nvPr/>
        </p:nvCxnSpPr>
        <p:spPr>
          <a:xfrm>
            <a:off x="6200647" y="1436987"/>
            <a:ext cx="0" cy="46392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線矢印コネクタ 142">
            <a:extLst>
              <a:ext uri="{FF2B5EF4-FFF2-40B4-BE49-F238E27FC236}">
                <a16:creationId xmlns:a16="http://schemas.microsoft.com/office/drawing/2014/main" id="{093186EF-3EFE-4418-BB25-2E460D84D1DE}"/>
              </a:ext>
            </a:extLst>
          </p:cNvPr>
          <p:cNvCxnSpPr>
            <a:cxnSpLocks/>
          </p:cNvCxnSpPr>
          <p:nvPr/>
        </p:nvCxnSpPr>
        <p:spPr>
          <a:xfrm>
            <a:off x="6200647" y="2099325"/>
            <a:ext cx="0" cy="24030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線矢印コネクタ 144">
            <a:extLst>
              <a:ext uri="{FF2B5EF4-FFF2-40B4-BE49-F238E27FC236}">
                <a16:creationId xmlns:a16="http://schemas.microsoft.com/office/drawing/2014/main" id="{793EFFD4-B8B1-4E82-A1A0-C0B84C050FD2}"/>
              </a:ext>
            </a:extLst>
          </p:cNvPr>
          <p:cNvCxnSpPr>
            <a:cxnSpLocks/>
          </p:cNvCxnSpPr>
          <p:nvPr/>
        </p:nvCxnSpPr>
        <p:spPr>
          <a:xfrm flipH="1">
            <a:off x="6183842" y="2531790"/>
            <a:ext cx="1" cy="56828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線矢印コネクタ 145">
            <a:extLst>
              <a:ext uri="{FF2B5EF4-FFF2-40B4-BE49-F238E27FC236}">
                <a16:creationId xmlns:a16="http://schemas.microsoft.com/office/drawing/2014/main" id="{C972C100-7AC7-4510-8C63-E8D95171064F}"/>
              </a:ext>
            </a:extLst>
          </p:cNvPr>
          <p:cNvCxnSpPr>
            <a:cxnSpLocks/>
          </p:cNvCxnSpPr>
          <p:nvPr/>
        </p:nvCxnSpPr>
        <p:spPr>
          <a:xfrm>
            <a:off x="6182353" y="3372397"/>
            <a:ext cx="0" cy="32461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3CFEBE08-4B1A-4F73-B961-AAF57491DF6E}"/>
              </a:ext>
            </a:extLst>
          </p:cNvPr>
          <p:cNvCxnSpPr>
            <a:cxnSpLocks/>
            <a:stCxn id="21" idx="2"/>
            <a:endCxn id="125" idx="2"/>
          </p:cNvCxnSpPr>
          <p:nvPr/>
        </p:nvCxnSpPr>
        <p:spPr>
          <a:xfrm rot="16200000" flipH="1">
            <a:off x="4336213" y="2773029"/>
            <a:ext cx="12700" cy="310499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17C7921E-84B4-4BC3-BFB1-A7C4E4564336}"/>
              </a:ext>
            </a:extLst>
          </p:cNvPr>
          <p:cNvSpPr/>
          <p:nvPr/>
        </p:nvSpPr>
        <p:spPr>
          <a:xfrm>
            <a:off x="2288881" y="1243498"/>
            <a:ext cx="1645566" cy="198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MES(DM</a:t>
            </a:r>
            <a:r>
              <a:rPr kumimoji="1" lang="ja-JP" altLang="en-US" sz="900" dirty="0"/>
              <a:t>メッセンジャー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2DC025EF-901A-4940-BF6F-46ADC53641A0}"/>
              </a:ext>
            </a:extLst>
          </p:cNvPr>
          <p:cNvSpPr/>
          <p:nvPr/>
        </p:nvSpPr>
        <p:spPr>
          <a:xfrm>
            <a:off x="5239728" y="1238219"/>
            <a:ext cx="1645566" cy="198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/>
              <a:t>MES(DM</a:t>
            </a:r>
            <a:r>
              <a:rPr kumimoji="1" lang="ja-JP" altLang="en-US" sz="900" dirty="0"/>
              <a:t>メッセンジャー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55" name="四角形: メモ 54">
            <a:extLst>
              <a:ext uri="{FF2B5EF4-FFF2-40B4-BE49-F238E27FC236}">
                <a16:creationId xmlns:a16="http://schemas.microsoft.com/office/drawing/2014/main" id="{20CBA42B-FA23-4536-8C95-F8C539F2263E}"/>
              </a:ext>
            </a:extLst>
          </p:cNvPr>
          <p:cNvSpPr/>
          <p:nvPr/>
        </p:nvSpPr>
        <p:spPr>
          <a:xfrm>
            <a:off x="1484339" y="1201389"/>
            <a:ext cx="532015" cy="282633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CSV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319866C9-4257-44AE-96D6-FFE95DADA2E4}"/>
              </a:ext>
            </a:extLst>
          </p:cNvPr>
          <p:cNvCxnSpPr>
            <a:cxnSpLocks/>
            <a:stCxn id="55" idx="3"/>
            <a:endCxn id="53" idx="1"/>
          </p:cNvCxnSpPr>
          <p:nvPr/>
        </p:nvCxnSpPr>
        <p:spPr>
          <a:xfrm>
            <a:off x="2016354" y="1342706"/>
            <a:ext cx="272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D09F789A-8CCB-4721-8A54-6DCFB9F9DBCE}"/>
              </a:ext>
            </a:extLst>
          </p:cNvPr>
          <p:cNvSpPr/>
          <p:nvPr/>
        </p:nvSpPr>
        <p:spPr>
          <a:xfrm>
            <a:off x="7859740" y="3945711"/>
            <a:ext cx="917043" cy="42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このページ内で説明する機能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4ADE2474-A364-4177-A2A5-04735D8B800B}"/>
              </a:ext>
            </a:extLst>
          </p:cNvPr>
          <p:cNvSpPr/>
          <p:nvPr/>
        </p:nvSpPr>
        <p:spPr>
          <a:xfrm>
            <a:off x="7434471" y="3789047"/>
            <a:ext cx="1541818" cy="67109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kumimoji="1" lang="ja-JP" altLang="en-US" sz="900" dirty="0"/>
              <a:t>凡例</a:t>
            </a:r>
          </a:p>
        </p:txBody>
      </p:sp>
    </p:spTree>
    <p:extLst>
      <p:ext uri="{BB962C8B-B14F-4D97-AF65-F5344CB8AC3E}">
        <p14:creationId xmlns:p14="http://schemas.microsoft.com/office/powerpoint/2010/main" val="403364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9DC5DAEF-2C18-4316-AA64-1018EA7BA83B}"/>
              </a:ext>
            </a:extLst>
          </p:cNvPr>
          <p:cNvSpPr/>
          <p:nvPr/>
        </p:nvSpPr>
        <p:spPr>
          <a:xfrm rot="20186026">
            <a:off x="5294460" y="2251940"/>
            <a:ext cx="539502" cy="9051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144">
            <a:extLst>
              <a:ext uri="{FF2B5EF4-FFF2-40B4-BE49-F238E27FC236}">
                <a16:creationId xmlns:a16="http://schemas.microsoft.com/office/drawing/2014/main" id="{643E93D9-881B-4DF2-8AFF-3452BCB34720}"/>
              </a:ext>
            </a:extLst>
          </p:cNvPr>
          <p:cNvSpPr/>
          <p:nvPr/>
        </p:nvSpPr>
        <p:spPr>
          <a:xfrm rot="20278565">
            <a:off x="5531192" y="2895085"/>
            <a:ext cx="1322612" cy="393522"/>
          </a:xfrm>
          <a:prstGeom prst="roundRect">
            <a:avLst>
              <a:gd name="adj" fmla="val 904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四角形: 角を丸くする 144">
            <a:extLst>
              <a:ext uri="{FF2B5EF4-FFF2-40B4-BE49-F238E27FC236}">
                <a16:creationId xmlns:a16="http://schemas.microsoft.com/office/drawing/2014/main" id="{204234AB-E7C3-4D5D-84C2-CE6E9449D910}"/>
              </a:ext>
            </a:extLst>
          </p:cNvPr>
          <p:cNvSpPr/>
          <p:nvPr/>
        </p:nvSpPr>
        <p:spPr>
          <a:xfrm rot="20278565">
            <a:off x="6499709" y="4821847"/>
            <a:ext cx="491356" cy="1121598"/>
          </a:xfrm>
          <a:prstGeom prst="roundRect">
            <a:avLst>
              <a:gd name="adj" fmla="val 904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2D47331-F3BE-4FED-BCCA-2C378F6216A1}"/>
              </a:ext>
            </a:extLst>
          </p:cNvPr>
          <p:cNvSpPr/>
          <p:nvPr/>
        </p:nvSpPr>
        <p:spPr>
          <a:xfrm rot="20186026">
            <a:off x="4017777" y="2983147"/>
            <a:ext cx="539502" cy="38524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40A866A-63A0-4126-BEFF-CC7C6783E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784161">
            <a:off x="3833737" y="2838587"/>
            <a:ext cx="4096867" cy="2847079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304799" y="274638"/>
            <a:ext cx="8839201" cy="561975"/>
          </a:xfrm>
        </p:spPr>
        <p:txBody>
          <a:bodyPr/>
          <a:lstStyle/>
          <a:p>
            <a:r>
              <a:rPr lang="ja-JP" altLang="en-US" dirty="0"/>
              <a:t>科警研前信号交差点の</a:t>
            </a:r>
            <a:r>
              <a:rPr lang="ja-JP" altLang="en-US" kern="0" dirty="0"/>
              <a:t>信号灯器</a:t>
            </a:r>
            <a:r>
              <a:rPr lang="en-US" altLang="ja-JP" kern="0" dirty="0"/>
              <a:t>ID</a:t>
            </a:r>
            <a:r>
              <a:rPr lang="ja-JP" altLang="en-US" kern="0" dirty="0"/>
              <a:t>について</a:t>
            </a:r>
            <a:endParaRPr lang="ja-JP" altLang="en-US" dirty="0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2C31180B-0B18-46EF-8758-E1DCB91E8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75305">
            <a:off x="5714498" y="5648222"/>
            <a:ext cx="741762" cy="262469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75A945CD-2E60-40AB-A104-74A9DAB78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777388">
            <a:off x="4255188" y="4484166"/>
            <a:ext cx="741762" cy="262469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D142E132-6244-436A-B554-855219A66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64955">
            <a:off x="4671444" y="2806750"/>
            <a:ext cx="741762" cy="262469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7523A639-9A71-4D66-A102-632C1AF97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288074">
            <a:off x="5630640" y="2861359"/>
            <a:ext cx="330342" cy="571402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4E9759-F516-4FE1-83DD-81B45EB7F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570028">
            <a:off x="3772256" y="3777779"/>
            <a:ext cx="330342" cy="571402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682A9DF6-C0F2-4997-A541-64C9EC00E4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86169" flipH="1">
            <a:off x="7004843" y="3673841"/>
            <a:ext cx="669042" cy="379323"/>
          </a:xfrm>
          <a:prstGeom prst="rect">
            <a:avLst/>
          </a:prstGeom>
        </p:spPr>
      </p:pic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56534A62-25BC-4A5C-A100-5A586E78FCA6}"/>
              </a:ext>
            </a:extLst>
          </p:cNvPr>
          <p:cNvCxnSpPr>
            <a:cxnSpLocks/>
            <a:stCxn id="36" idx="3"/>
          </p:cNvCxnSpPr>
          <p:nvPr/>
        </p:nvCxnSpPr>
        <p:spPr>
          <a:xfrm flipH="1">
            <a:off x="5919033" y="3997235"/>
            <a:ext cx="1113704" cy="5250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四角形: 角を丸くする 144">
            <a:extLst>
              <a:ext uri="{FF2B5EF4-FFF2-40B4-BE49-F238E27FC236}">
                <a16:creationId xmlns:a16="http://schemas.microsoft.com/office/drawing/2014/main" id="{DB0A5F80-CB21-47DB-B270-2E2794FAA130}"/>
              </a:ext>
            </a:extLst>
          </p:cNvPr>
          <p:cNvSpPr/>
          <p:nvPr/>
        </p:nvSpPr>
        <p:spPr>
          <a:xfrm rot="20278565">
            <a:off x="6295609" y="4653026"/>
            <a:ext cx="1322612" cy="393522"/>
          </a:xfrm>
          <a:prstGeom prst="roundRect">
            <a:avLst>
              <a:gd name="adj" fmla="val 904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E1AE24F-AE20-4683-B064-1484450321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7841" y="5923266"/>
            <a:ext cx="207521" cy="271587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15FBCF2A-E5A2-4A12-BBCC-50F4728D17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998" y="4450424"/>
            <a:ext cx="412719" cy="488852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D67FB06A-3BD8-4692-886A-87D200C04F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7268" y="4297376"/>
            <a:ext cx="412719" cy="488852"/>
          </a:xfrm>
          <a:prstGeom prst="rect">
            <a:avLst/>
          </a:prstGeom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3D9356A0-DD80-4B87-AA45-5EA05C3CC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087123">
            <a:off x="6402503" y="4913324"/>
            <a:ext cx="330342" cy="571402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7DCF10C1-6C90-48FA-BDD1-8B0445191D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4578" y="2902634"/>
            <a:ext cx="412719" cy="488852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59B80FE5-CE98-43A9-87C2-0D28CAFE1F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6478" y="3939553"/>
            <a:ext cx="412719" cy="488852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0ED4529F-342C-4815-BDAF-2754ED9D84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6833" y="5046822"/>
            <a:ext cx="412719" cy="488852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650CAD7F-93D2-4356-9F2C-F48096BBF0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3903" y="3546272"/>
            <a:ext cx="207521" cy="271587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CACE1C67-8751-4DA8-A114-49A18E268F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5222" y="5570629"/>
            <a:ext cx="207521" cy="271587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DD4C5E1B-61F8-4141-B6A8-E3393CAC8B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2178" y="5326203"/>
            <a:ext cx="412719" cy="488852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6FC2C5B4-2084-4B89-8CAE-7BB7539854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7489" y="2674884"/>
            <a:ext cx="412719" cy="488852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EDA166AC-7429-4BEE-8311-AF05572376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6008" y="2192656"/>
            <a:ext cx="412719" cy="488852"/>
          </a:xfrm>
          <a:prstGeom prst="rect">
            <a:avLst/>
          </a:prstGeom>
        </p:spPr>
      </p:pic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E4C15B04-7FAD-4230-ABED-6352FC3322B9}"/>
              </a:ext>
            </a:extLst>
          </p:cNvPr>
          <p:cNvCxnSpPr>
            <a:cxnSpLocks/>
          </p:cNvCxnSpPr>
          <p:nvPr/>
        </p:nvCxnSpPr>
        <p:spPr>
          <a:xfrm flipH="1" flipV="1">
            <a:off x="5080994" y="4340874"/>
            <a:ext cx="911421" cy="1814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68EC5D58-F8A3-45CC-B150-90CCF68E50AA}"/>
              </a:ext>
            </a:extLst>
          </p:cNvPr>
          <p:cNvCxnSpPr>
            <a:cxnSpLocks/>
          </p:cNvCxnSpPr>
          <p:nvPr/>
        </p:nvCxnSpPr>
        <p:spPr>
          <a:xfrm flipH="1" flipV="1">
            <a:off x="4206551" y="2930580"/>
            <a:ext cx="835774" cy="14493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図 51">
            <a:extLst>
              <a:ext uri="{FF2B5EF4-FFF2-40B4-BE49-F238E27FC236}">
                <a16:creationId xmlns:a16="http://schemas.microsoft.com/office/drawing/2014/main" id="{2921D1C1-5CD8-45AD-A879-B36F8032B0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4936426">
            <a:off x="4565702" y="2551207"/>
            <a:ext cx="438846" cy="268721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D47AA8EA-52E2-4948-B25B-CAC0C230D7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4827766">
            <a:off x="5337304" y="2453447"/>
            <a:ext cx="484217" cy="310294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B2892D7D-4E76-448B-B205-CB8DE8C65C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4655354">
            <a:off x="5312829" y="5962793"/>
            <a:ext cx="619001" cy="452123"/>
          </a:xfrm>
          <a:prstGeom prst="rect">
            <a:avLst/>
          </a:prstGeom>
        </p:spPr>
      </p:pic>
      <p:sp>
        <p:nvSpPr>
          <p:cNvPr id="64" name="楕円 63">
            <a:extLst>
              <a:ext uri="{FF2B5EF4-FFF2-40B4-BE49-F238E27FC236}">
                <a16:creationId xmlns:a16="http://schemas.microsoft.com/office/drawing/2014/main" id="{D94EBD96-3063-420E-A6E7-DA4F5F9DC899}"/>
              </a:ext>
            </a:extLst>
          </p:cNvPr>
          <p:cNvSpPr/>
          <p:nvPr/>
        </p:nvSpPr>
        <p:spPr>
          <a:xfrm rot="3759328">
            <a:off x="2877663" y="1884633"/>
            <a:ext cx="5062007" cy="4825485"/>
          </a:xfrm>
          <a:prstGeom prst="ellipse">
            <a:avLst/>
          </a:prstGeom>
          <a:solidFill>
            <a:schemeClr val="accent2">
              <a:alpha val="4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B8968E36-9D8B-429F-BD91-18FD765A9088}"/>
              </a:ext>
            </a:extLst>
          </p:cNvPr>
          <p:cNvSpPr/>
          <p:nvPr/>
        </p:nvSpPr>
        <p:spPr>
          <a:xfrm rot="3759328">
            <a:off x="3658280" y="2011042"/>
            <a:ext cx="2106085" cy="2704401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960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78793E2-5A7B-4D24-8A5C-D3D6A2126C29}"/>
              </a:ext>
            </a:extLst>
          </p:cNvPr>
          <p:cNvSpPr/>
          <p:nvPr/>
        </p:nvSpPr>
        <p:spPr>
          <a:xfrm>
            <a:off x="6774701" y="1035376"/>
            <a:ext cx="1646092" cy="11093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EE8F086-540F-4D0B-B8E5-A07828DFF461}"/>
              </a:ext>
            </a:extLst>
          </p:cNvPr>
          <p:cNvSpPr/>
          <p:nvPr/>
        </p:nvSpPr>
        <p:spPr>
          <a:xfrm>
            <a:off x="3170013" y="1099277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8426C08-D83F-4222-A512-5D87C7D56F04}"/>
              </a:ext>
            </a:extLst>
          </p:cNvPr>
          <p:cNvSpPr/>
          <p:nvPr/>
        </p:nvSpPr>
        <p:spPr>
          <a:xfrm>
            <a:off x="3352490" y="1096832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ED8181D-44E8-4DC5-8A8B-C611AB21D3C5}"/>
              </a:ext>
            </a:extLst>
          </p:cNvPr>
          <p:cNvSpPr/>
          <p:nvPr/>
        </p:nvSpPr>
        <p:spPr>
          <a:xfrm>
            <a:off x="3047177" y="1222536"/>
            <a:ext cx="1201426" cy="946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3390CE2-AC0F-4BEE-B966-900997616F95}"/>
              </a:ext>
            </a:extLst>
          </p:cNvPr>
          <p:cNvSpPr/>
          <p:nvPr/>
        </p:nvSpPr>
        <p:spPr>
          <a:xfrm>
            <a:off x="3836195" y="1097369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582B725-CDE8-4C1C-954C-EA409F57FE6E}"/>
              </a:ext>
            </a:extLst>
          </p:cNvPr>
          <p:cNvSpPr/>
          <p:nvPr/>
        </p:nvSpPr>
        <p:spPr>
          <a:xfrm>
            <a:off x="4018672" y="1094924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BBD5FFA-ADCF-4D55-96B1-2E9E5DD5E02C}"/>
              </a:ext>
            </a:extLst>
          </p:cNvPr>
          <p:cNvSpPr/>
          <p:nvPr/>
        </p:nvSpPr>
        <p:spPr>
          <a:xfrm>
            <a:off x="3571671" y="766432"/>
            <a:ext cx="150188" cy="20474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B98A4BF-6E45-47EA-A0D4-E6DEFC49B770}"/>
              </a:ext>
            </a:extLst>
          </p:cNvPr>
          <p:cNvSpPr/>
          <p:nvPr/>
        </p:nvSpPr>
        <p:spPr>
          <a:xfrm>
            <a:off x="3170013" y="1464280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FA160D9-07BB-41C2-BF1B-F25C102CD6EE}"/>
              </a:ext>
            </a:extLst>
          </p:cNvPr>
          <p:cNvSpPr/>
          <p:nvPr/>
        </p:nvSpPr>
        <p:spPr>
          <a:xfrm>
            <a:off x="3352490" y="1461835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D6E9E5B-414C-444C-AA47-9903DEB48562}"/>
              </a:ext>
            </a:extLst>
          </p:cNvPr>
          <p:cNvSpPr/>
          <p:nvPr/>
        </p:nvSpPr>
        <p:spPr>
          <a:xfrm>
            <a:off x="3047177" y="1587539"/>
            <a:ext cx="1201426" cy="946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587B6C9-8504-44D6-A3D3-0B0701B4CE05}"/>
              </a:ext>
            </a:extLst>
          </p:cNvPr>
          <p:cNvSpPr/>
          <p:nvPr/>
        </p:nvSpPr>
        <p:spPr>
          <a:xfrm>
            <a:off x="3836195" y="1462372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C933F52-E804-4FCA-8A4C-5197CD14960D}"/>
              </a:ext>
            </a:extLst>
          </p:cNvPr>
          <p:cNvSpPr/>
          <p:nvPr/>
        </p:nvSpPr>
        <p:spPr>
          <a:xfrm>
            <a:off x="4018672" y="1459927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: 塗りつぶしなし 1">
            <a:extLst>
              <a:ext uri="{FF2B5EF4-FFF2-40B4-BE49-F238E27FC236}">
                <a16:creationId xmlns:a16="http://schemas.microsoft.com/office/drawing/2014/main" id="{8B2FD940-38C2-4B7C-BD83-0CBE77DB4441}"/>
              </a:ext>
            </a:extLst>
          </p:cNvPr>
          <p:cNvSpPr/>
          <p:nvPr/>
        </p:nvSpPr>
        <p:spPr>
          <a:xfrm>
            <a:off x="4773097" y="1190172"/>
            <a:ext cx="1366462" cy="1237983"/>
          </a:xfrm>
          <a:prstGeom prst="donut">
            <a:avLst>
              <a:gd name="adj" fmla="val 881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9" name="円: 塗りつぶしなし 28">
            <a:extLst>
              <a:ext uri="{FF2B5EF4-FFF2-40B4-BE49-F238E27FC236}">
                <a16:creationId xmlns:a16="http://schemas.microsoft.com/office/drawing/2014/main" id="{2CFDEAAF-770B-4B0F-AAF5-6A4D00E31CC2}"/>
              </a:ext>
            </a:extLst>
          </p:cNvPr>
          <p:cNvSpPr/>
          <p:nvPr/>
        </p:nvSpPr>
        <p:spPr>
          <a:xfrm>
            <a:off x="5136501" y="1190171"/>
            <a:ext cx="696138" cy="1237983"/>
          </a:xfrm>
          <a:prstGeom prst="donut">
            <a:avLst>
              <a:gd name="adj" fmla="val 10674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4001DA0-3A38-4723-847E-EE3CA115E60F}"/>
              </a:ext>
            </a:extLst>
          </p:cNvPr>
          <p:cNvSpPr/>
          <p:nvPr/>
        </p:nvSpPr>
        <p:spPr>
          <a:xfrm>
            <a:off x="4883744" y="1519237"/>
            <a:ext cx="1129699" cy="814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0485331-E9E8-4F72-9C88-F4794CE9A0D1}"/>
              </a:ext>
            </a:extLst>
          </p:cNvPr>
          <p:cNvSpPr/>
          <p:nvPr/>
        </p:nvSpPr>
        <p:spPr>
          <a:xfrm>
            <a:off x="4883743" y="1981184"/>
            <a:ext cx="1129699" cy="814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コネクタ: カギ線 5">
            <a:extLst>
              <a:ext uri="{FF2B5EF4-FFF2-40B4-BE49-F238E27FC236}">
                <a16:creationId xmlns:a16="http://schemas.microsoft.com/office/drawing/2014/main" id="{138C32B3-681D-4016-9699-BB427E56AF29}"/>
              </a:ext>
            </a:extLst>
          </p:cNvPr>
          <p:cNvCxnSpPr>
            <a:cxnSpLocks/>
            <a:stCxn id="66" idx="2"/>
            <a:endCxn id="23" idx="2"/>
          </p:cNvCxnSpPr>
          <p:nvPr/>
        </p:nvCxnSpPr>
        <p:spPr>
          <a:xfrm rot="5400000" flipH="1" flipV="1">
            <a:off x="2835822" y="2032582"/>
            <a:ext cx="29660" cy="1592225"/>
          </a:xfrm>
          <a:prstGeom prst="bentConnector3">
            <a:avLst>
              <a:gd name="adj1" fmla="val -770735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図 4">
            <a:extLst>
              <a:ext uri="{FF2B5EF4-FFF2-40B4-BE49-F238E27FC236}">
                <a16:creationId xmlns:a16="http://schemas.microsoft.com/office/drawing/2014/main" id="{5D9759AB-42F0-42D2-B9DF-725BE7C6D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23" y="4115956"/>
            <a:ext cx="2143850" cy="148984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5D0A159-62B2-42D1-824A-F7C74A0F5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027" y="3599593"/>
            <a:ext cx="379971" cy="527307"/>
          </a:xfrm>
          <a:prstGeom prst="rect">
            <a:avLst/>
          </a:prstGeom>
        </p:spPr>
      </p:pic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DB28C4F-BA4F-425D-8D67-2BB4A9E3B440}"/>
              </a:ext>
            </a:extLst>
          </p:cNvPr>
          <p:cNvCxnSpPr>
            <a:cxnSpLocks/>
            <a:stCxn id="47" idx="2"/>
            <a:endCxn id="9" idx="2"/>
          </p:cNvCxnSpPr>
          <p:nvPr/>
        </p:nvCxnSpPr>
        <p:spPr>
          <a:xfrm flipH="1" flipV="1">
            <a:off x="1583013" y="4126900"/>
            <a:ext cx="734506" cy="3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724A2D8-8647-48D1-A2EE-514F418A533C}"/>
              </a:ext>
            </a:extLst>
          </p:cNvPr>
          <p:cNvCxnSpPr>
            <a:cxnSpLocks/>
          </p:cNvCxnSpPr>
          <p:nvPr/>
        </p:nvCxnSpPr>
        <p:spPr>
          <a:xfrm flipH="1">
            <a:off x="1501525" y="4860880"/>
            <a:ext cx="668451" cy="39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図 46">
            <a:extLst>
              <a:ext uri="{FF2B5EF4-FFF2-40B4-BE49-F238E27FC236}">
                <a16:creationId xmlns:a16="http://schemas.microsoft.com/office/drawing/2014/main" id="{48E94B92-613C-452A-BDAD-2734155AB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976" y="3709982"/>
            <a:ext cx="295086" cy="453807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BEFF69A4-41DA-4472-B3DF-BD0943AD2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976" y="4502306"/>
            <a:ext cx="295086" cy="453807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8EC71F2A-B159-4050-B841-D6FAE9ADE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921" y="4487040"/>
            <a:ext cx="295086" cy="453807"/>
          </a:xfrm>
          <a:prstGeom prst="rect">
            <a:avLst/>
          </a:prstGeom>
        </p:spPr>
      </p:pic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E51FA998-7C27-4F48-AE50-85F5C56B6338}"/>
              </a:ext>
            </a:extLst>
          </p:cNvPr>
          <p:cNvCxnSpPr>
            <a:cxnSpLocks/>
            <a:stCxn id="9" idx="2"/>
            <a:endCxn id="49" idx="2"/>
          </p:cNvCxnSpPr>
          <p:nvPr/>
        </p:nvCxnSpPr>
        <p:spPr>
          <a:xfrm flipH="1">
            <a:off x="1524464" y="4126900"/>
            <a:ext cx="58549" cy="813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6F0877A0-E19D-448B-93FB-12B92FE38889}"/>
              </a:ext>
            </a:extLst>
          </p:cNvPr>
          <p:cNvCxnSpPr>
            <a:cxnSpLocks/>
            <a:stCxn id="47" idx="2"/>
            <a:endCxn id="48" idx="2"/>
          </p:cNvCxnSpPr>
          <p:nvPr/>
        </p:nvCxnSpPr>
        <p:spPr>
          <a:xfrm>
            <a:off x="2317519" y="4163789"/>
            <a:ext cx="0" cy="792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B3FAE526-242E-4184-89D6-8E873F88F173}"/>
              </a:ext>
            </a:extLst>
          </p:cNvPr>
          <p:cNvSpPr/>
          <p:nvPr/>
        </p:nvSpPr>
        <p:spPr>
          <a:xfrm>
            <a:off x="1577788" y="1128937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D6F50FBC-CD78-4E3B-B0C2-E8A32A49C850}"/>
              </a:ext>
            </a:extLst>
          </p:cNvPr>
          <p:cNvSpPr/>
          <p:nvPr/>
        </p:nvSpPr>
        <p:spPr>
          <a:xfrm>
            <a:off x="1760265" y="1126492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AA6F81BF-F217-4F34-A30A-DAB57C207604}"/>
              </a:ext>
            </a:extLst>
          </p:cNvPr>
          <p:cNvSpPr/>
          <p:nvPr/>
        </p:nvSpPr>
        <p:spPr>
          <a:xfrm>
            <a:off x="1454952" y="1252196"/>
            <a:ext cx="1201426" cy="946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0202A60-5F98-477E-AA6F-9FE4B43B88B4}"/>
              </a:ext>
            </a:extLst>
          </p:cNvPr>
          <p:cNvSpPr/>
          <p:nvPr/>
        </p:nvSpPr>
        <p:spPr>
          <a:xfrm>
            <a:off x="2243970" y="1127029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4730878-1AE6-4B8E-8D26-A10E04642B44}"/>
              </a:ext>
            </a:extLst>
          </p:cNvPr>
          <p:cNvSpPr/>
          <p:nvPr/>
        </p:nvSpPr>
        <p:spPr>
          <a:xfrm>
            <a:off x="2426447" y="1124584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4D4FE350-8418-4315-AFFF-B60BD8C87D85}"/>
              </a:ext>
            </a:extLst>
          </p:cNvPr>
          <p:cNvSpPr/>
          <p:nvPr/>
        </p:nvSpPr>
        <p:spPr>
          <a:xfrm>
            <a:off x="1979446" y="796092"/>
            <a:ext cx="150188" cy="20474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C9F3C5A4-D6EB-4B21-8D49-193A2C92AF38}"/>
              </a:ext>
            </a:extLst>
          </p:cNvPr>
          <p:cNvSpPr/>
          <p:nvPr/>
        </p:nvSpPr>
        <p:spPr>
          <a:xfrm>
            <a:off x="1577788" y="1493940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42E51BAB-0B82-4325-8F26-8D16464ECB44}"/>
              </a:ext>
            </a:extLst>
          </p:cNvPr>
          <p:cNvSpPr/>
          <p:nvPr/>
        </p:nvSpPr>
        <p:spPr>
          <a:xfrm>
            <a:off x="1760265" y="1491495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C34B5759-CEDB-4023-949F-D2F810524682}"/>
              </a:ext>
            </a:extLst>
          </p:cNvPr>
          <p:cNvSpPr/>
          <p:nvPr/>
        </p:nvSpPr>
        <p:spPr>
          <a:xfrm>
            <a:off x="1454952" y="1617199"/>
            <a:ext cx="1201426" cy="946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6C884229-C504-41C1-B7E3-711521654C83}"/>
              </a:ext>
            </a:extLst>
          </p:cNvPr>
          <p:cNvSpPr/>
          <p:nvPr/>
        </p:nvSpPr>
        <p:spPr>
          <a:xfrm>
            <a:off x="2243970" y="1492032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4DEA96E8-2333-4EBB-B93A-51E3E3C22C90}"/>
              </a:ext>
            </a:extLst>
          </p:cNvPr>
          <p:cNvSpPr/>
          <p:nvPr/>
        </p:nvSpPr>
        <p:spPr>
          <a:xfrm>
            <a:off x="2426447" y="1489587"/>
            <a:ext cx="119283" cy="140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直方体 77">
            <a:extLst>
              <a:ext uri="{FF2B5EF4-FFF2-40B4-BE49-F238E27FC236}">
                <a16:creationId xmlns:a16="http://schemas.microsoft.com/office/drawing/2014/main" id="{F15265DE-7520-46FA-A927-EAC110AABF77}"/>
              </a:ext>
            </a:extLst>
          </p:cNvPr>
          <p:cNvSpPr/>
          <p:nvPr/>
        </p:nvSpPr>
        <p:spPr>
          <a:xfrm>
            <a:off x="1879548" y="2742044"/>
            <a:ext cx="1956647" cy="197101"/>
          </a:xfrm>
          <a:prstGeom prst="cub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直方体 38">
            <a:extLst>
              <a:ext uri="{FF2B5EF4-FFF2-40B4-BE49-F238E27FC236}">
                <a16:creationId xmlns:a16="http://schemas.microsoft.com/office/drawing/2014/main" id="{651481CC-FF53-4CA5-8D84-1A85D7182BEF}"/>
              </a:ext>
            </a:extLst>
          </p:cNvPr>
          <p:cNvSpPr/>
          <p:nvPr/>
        </p:nvSpPr>
        <p:spPr>
          <a:xfrm flipH="1">
            <a:off x="4883743" y="3570248"/>
            <a:ext cx="1516092" cy="673993"/>
          </a:xfrm>
          <a:prstGeom prst="cube">
            <a:avLst>
              <a:gd name="adj" fmla="val 5389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2E4D3372-B88B-4420-8ACD-953A7BA58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441" y="3109585"/>
            <a:ext cx="84551" cy="673993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724744C5-AB3C-419B-B03B-80A3E3DED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909" y="3113175"/>
            <a:ext cx="84551" cy="673993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7A70069B-62DD-4C63-9EF9-65CB60793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592" y="3952450"/>
            <a:ext cx="222758" cy="246781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FA0C54D4-2FB2-4354-9CC0-83E0D76CE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051159" y="3880301"/>
            <a:ext cx="176799" cy="390178"/>
          </a:xfrm>
          <a:prstGeom prst="rect">
            <a:avLst/>
          </a:prstGeom>
        </p:spPr>
      </p:pic>
      <p:sp>
        <p:nvSpPr>
          <p:cNvPr id="45" name="二等辺三角形 44">
            <a:extLst>
              <a:ext uri="{FF2B5EF4-FFF2-40B4-BE49-F238E27FC236}">
                <a16:creationId xmlns:a16="http://schemas.microsoft.com/office/drawing/2014/main" id="{DABDB8C7-8032-4FDC-8969-D075ACA75B70}"/>
              </a:ext>
            </a:extLst>
          </p:cNvPr>
          <p:cNvSpPr/>
          <p:nvPr/>
        </p:nvSpPr>
        <p:spPr>
          <a:xfrm>
            <a:off x="3559923" y="4316433"/>
            <a:ext cx="465031" cy="847951"/>
          </a:xfrm>
          <a:prstGeom prst="triangl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A079CBB9-11A3-441B-933E-64146A78F2D0}"/>
              </a:ext>
            </a:extLst>
          </p:cNvPr>
          <p:cNvCxnSpPr>
            <a:stCxn id="45" idx="1"/>
            <a:endCxn id="45" idx="5"/>
          </p:cNvCxnSpPr>
          <p:nvPr/>
        </p:nvCxnSpPr>
        <p:spPr>
          <a:xfrm>
            <a:off x="3676181" y="4740409"/>
            <a:ext cx="23251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284FA1B1-A6CC-4C8D-BB02-E22DA7DD6B2A}"/>
              </a:ext>
            </a:extLst>
          </p:cNvPr>
          <p:cNvGrpSpPr/>
          <p:nvPr/>
        </p:nvGrpSpPr>
        <p:grpSpPr>
          <a:xfrm rot="19477250">
            <a:off x="3333193" y="3906884"/>
            <a:ext cx="989255" cy="1043580"/>
            <a:chOff x="6531743" y="3034180"/>
            <a:chExt cx="989255" cy="1043580"/>
          </a:xfrm>
        </p:grpSpPr>
        <p:sp>
          <p:nvSpPr>
            <p:cNvPr id="51" name="円弧 50">
              <a:extLst>
                <a:ext uri="{FF2B5EF4-FFF2-40B4-BE49-F238E27FC236}">
                  <a16:creationId xmlns:a16="http://schemas.microsoft.com/office/drawing/2014/main" id="{58B5DD04-7734-41D6-80E5-CA34A5B24691}"/>
                </a:ext>
              </a:extLst>
            </p:cNvPr>
            <p:cNvSpPr/>
            <p:nvPr/>
          </p:nvSpPr>
          <p:spPr>
            <a:xfrm>
              <a:off x="6754483" y="3034180"/>
              <a:ext cx="766515" cy="817114"/>
            </a:xfrm>
            <a:prstGeom prst="arc">
              <a:avLst>
                <a:gd name="adj1" fmla="val 16200000"/>
                <a:gd name="adj2" fmla="val 19392502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弧 51">
              <a:extLst>
                <a:ext uri="{FF2B5EF4-FFF2-40B4-BE49-F238E27FC236}">
                  <a16:creationId xmlns:a16="http://schemas.microsoft.com/office/drawing/2014/main" id="{E7F5D8DB-C70F-4250-A013-073C378372AD}"/>
                </a:ext>
              </a:extLst>
            </p:cNvPr>
            <p:cNvSpPr/>
            <p:nvPr/>
          </p:nvSpPr>
          <p:spPr>
            <a:xfrm rot="21257191">
              <a:off x="6655231" y="3144365"/>
              <a:ext cx="766515" cy="817114"/>
            </a:xfrm>
            <a:prstGeom prst="arc">
              <a:avLst>
                <a:gd name="adj1" fmla="val 16200000"/>
                <a:gd name="adj2" fmla="val 20220666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円弧 53">
              <a:extLst>
                <a:ext uri="{FF2B5EF4-FFF2-40B4-BE49-F238E27FC236}">
                  <a16:creationId xmlns:a16="http://schemas.microsoft.com/office/drawing/2014/main" id="{1F82C5EF-69E3-47A2-AA27-F3F14C9A6253}"/>
                </a:ext>
              </a:extLst>
            </p:cNvPr>
            <p:cNvSpPr/>
            <p:nvPr/>
          </p:nvSpPr>
          <p:spPr>
            <a:xfrm rot="21054609">
              <a:off x="6531743" y="3260646"/>
              <a:ext cx="766515" cy="817114"/>
            </a:xfrm>
            <a:prstGeom prst="arc">
              <a:avLst>
                <a:gd name="adj1" fmla="val 15760521"/>
                <a:gd name="adj2" fmla="val 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13C25BA3-EC70-4B70-BCD0-628B4BC2404E}"/>
              </a:ext>
            </a:extLst>
          </p:cNvPr>
          <p:cNvSpPr/>
          <p:nvPr/>
        </p:nvSpPr>
        <p:spPr>
          <a:xfrm>
            <a:off x="3500531" y="3508161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５</a:t>
            </a:r>
            <a:r>
              <a:rPr lang="en-US" altLang="ja-JP" dirty="0">
                <a:solidFill>
                  <a:schemeClr val="accent1"/>
                </a:solidFill>
              </a:rPr>
              <a:t>G</a:t>
            </a:r>
            <a:endParaRPr lang="ja-JP" altLang="en-US" dirty="0">
              <a:solidFill>
                <a:schemeClr val="accent1"/>
              </a:solidFill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B9257609-874B-4F80-9B62-4256595E1169}"/>
              </a:ext>
            </a:extLst>
          </p:cNvPr>
          <p:cNvSpPr/>
          <p:nvPr/>
        </p:nvSpPr>
        <p:spPr>
          <a:xfrm>
            <a:off x="3363994" y="517724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/>
              <a:t>基地局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6567FD-2C77-4C76-B890-94F98CFC68CB}"/>
              </a:ext>
            </a:extLst>
          </p:cNvPr>
          <p:cNvSpPr/>
          <p:nvPr/>
        </p:nvSpPr>
        <p:spPr>
          <a:xfrm>
            <a:off x="6841375" y="1094924"/>
            <a:ext cx="1512916" cy="9677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台形 6">
            <a:extLst>
              <a:ext uri="{FF2B5EF4-FFF2-40B4-BE49-F238E27FC236}">
                <a16:creationId xmlns:a16="http://schemas.microsoft.com/office/drawing/2014/main" id="{9B4AF40F-8ACF-410C-ADA6-8AF32E2657A4}"/>
              </a:ext>
            </a:extLst>
          </p:cNvPr>
          <p:cNvSpPr/>
          <p:nvPr/>
        </p:nvSpPr>
        <p:spPr>
          <a:xfrm>
            <a:off x="6619423" y="2144684"/>
            <a:ext cx="1956647" cy="698841"/>
          </a:xfrm>
          <a:prstGeom prst="trapezoid">
            <a:avLst>
              <a:gd name="adj" fmla="val 226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ADEB975-5798-4228-B220-0F6BD0537874}"/>
              </a:ext>
            </a:extLst>
          </p:cNvPr>
          <p:cNvSpPr/>
          <p:nvPr/>
        </p:nvSpPr>
        <p:spPr>
          <a:xfrm>
            <a:off x="6619423" y="2813864"/>
            <a:ext cx="1956647" cy="820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台形 71">
            <a:extLst>
              <a:ext uri="{FF2B5EF4-FFF2-40B4-BE49-F238E27FC236}">
                <a16:creationId xmlns:a16="http://schemas.microsoft.com/office/drawing/2014/main" id="{70BE03F9-0A37-464E-B05E-4D8896195028}"/>
              </a:ext>
            </a:extLst>
          </p:cNvPr>
          <p:cNvSpPr/>
          <p:nvPr/>
        </p:nvSpPr>
        <p:spPr>
          <a:xfrm>
            <a:off x="7264452" y="2514300"/>
            <a:ext cx="693006" cy="282342"/>
          </a:xfrm>
          <a:prstGeom prst="trapezoid">
            <a:avLst>
              <a:gd name="adj" fmla="val 2262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台形 113">
            <a:extLst>
              <a:ext uri="{FF2B5EF4-FFF2-40B4-BE49-F238E27FC236}">
                <a16:creationId xmlns:a16="http://schemas.microsoft.com/office/drawing/2014/main" id="{51F1FF33-E790-4C6C-8BCD-D27B030346C2}"/>
              </a:ext>
            </a:extLst>
          </p:cNvPr>
          <p:cNvSpPr/>
          <p:nvPr/>
        </p:nvSpPr>
        <p:spPr>
          <a:xfrm>
            <a:off x="6774701" y="2144684"/>
            <a:ext cx="1638925" cy="300933"/>
          </a:xfrm>
          <a:prstGeom prst="trapezoid">
            <a:avLst>
              <a:gd name="adj" fmla="val 22621"/>
            </a:avLst>
          </a:prstGeom>
          <a:pattFill prst="pct90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8" name="雲形吹き出し 2">
            <a:extLst>
              <a:ext uri="{FF2B5EF4-FFF2-40B4-BE49-F238E27FC236}">
                <a16:creationId xmlns:a16="http://schemas.microsoft.com/office/drawing/2014/main" id="{3D98A409-EDB3-46DD-A710-01B0AC610C38}"/>
              </a:ext>
            </a:extLst>
          </p:cNvPr>
          <p:cNvSpPr/>
          <p:nvPr/>
        </p:nvSpPr>
        <p:spPr>
          <a:xfrm>
            <a:off x="5016939" y="4502306"/>
            <a:ext cx="2197292" cy="805537"/>
          </a:xfrm>
          <a:prstGeom prst="cloudCallout">
            <a:avLst>
              <a:gd name="adj1" fmla="val 7290"/>
              <a:gd name="adj2" fmla="val -15048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600" b="0" i="0" u="none" strike="noStrike" kern="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3B59E0B-0F13-4B6B-8D10-37F17D4E3F63}"/>
              </a:ext>
            </a:extLst>
          </p:cNvPr>
          <p:cNvSpPr/>
          <p:nvPr/>
        </p:nvSpPr>
        <p:spPr>
          <a:xfrm>
            <a:off x="6841375" y="5605804"/>
            <a:ext cx="906087" cy="786683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: 塗りつぶしなし 12">
            <a:extLst>
              <a:ext uri="{FF2B5EF4-FFF2-40B4-BE49-F238E27FC236}">
                <a16:creationId xmlns:a16="http://schemas.microsoft.com/office/drawing/2014/main" id="{C0F5015D-A5B3-42DA-9C03-328D2026E3E6}"/>
              </a:ext>
            </a:extLst>
          </p:cNvPr>
          <p:cNvSpPr/>
          <p:nvPr/>
        </p:nvSpPr>
        <p:spPr>
          <a:xfrm>
            <a:off x="6995646" y="5212492"/>
            <a:ext cx="598517" cy="627444"/>
          </a:xfrm>
          <a:prstGeom prst="donu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1A29D57C-7C6A-4D08-9F81-CEF6CD93C9B3}"/>
              </a:ext>
            </a:extLst>
          </p:cNvPr>
          <p:cNvSpPr/>
          <p:nvPr/>
        </p:nvSpPr>
        <p:spPr>
          <a:xfrm>
            <a:off x="7829072" y="3181944"/>
            <a:ext cx="612251" cy="6524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F811818F-B402-491F-B6D4-EA1E0F7FC327}"/>
              </a:ext>
            </a:extLst>
          </p:cNvPr>
          <p:cNvSpPr/>
          <p:nvPr/>
        </p:nvSpPr>
        <p:spPr>
          <a:xfrm>
            <a:off x="8051708" y="3810191"/>
            <a:ext cx="173157" cy="7026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4725DBA-44D8-4CF3-8B57-E04A40C53469}"/>
              </a:ext>
            </a:extLst>
          </p:cNvPr>
          <p:cNvSpPr/>
          <p:nvPr/>
        </p:nvSpPr>
        <p:spPr>
          <a:xfrm>
            <a:off x="8224865" y="4121840"/>
            <a:ext cx="273634" cy="1349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5C9527-5E6C-4E94-9384-B332D0004418}"/>
              </a:ext>
            </a:extLst>
          </p:cNvPr>
          <p:cNvSpPr/>
          <p:nvPr/>
        </p:nvSpPr>
        <p:spPr>
          <a:xfrm>
            <a:off x="8226596" y="4358923"/>
            <a:ext cx="267838" cy="153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006DD1AC-C80D-49A7-8800-7338D7F2CB9C}"/>
              </a:ext>
            </a:extLst>
          </p:cNvPr>
          <p:cNvSpPr/>
          <p:nvPr/>
        </p:nvSpPr>
        <p:spPr>
          <a:xfrm>
            <a:off x="8059660" y="3725216"/>
            <a:ext cx="157254" cy="2162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5D157666-716E-4B87-B3F6-1CE64BD98C7A}"/>
              </a:ext>
            </a:extLst>
          </p:cNvPr>
          <p:cNvSpPr/>
          <p:nvPr/>
        </p:nvSpPr>
        <p:spPr>
          <a:xfrm>
            <a:off x="8132935" y="4390082"/>
            <a:ext cx="267838" cy="11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6254B12B-7461-49F6-82D4-59BFB3B231D0}"/>
              </a:ext>
            </a:extLst>
          </p:cNvPr>
          <p:cNvSpPr/>
          <p:nvPr/>
        </p:nvSpPr>
        <p:spPr>
          <a:xfrm>
            <a:off x="8082074" y="4139501"/>
            <a:ext cx="215596" cy="1107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DACC6DD0-4D81-4A69-9BEE-C45523CFE8EC}"/>
              </a:ext>
            </a:extLst>
          </p:cNvPr>
          <p:cNvSpPr/>
          <p:nvPr/>
        </p:nvSpPr>
        <p:spPr>
          <a:xfrm>
            <a:off x="8126310" y="4367555"/>
            <a:ext cx="267838" cy="11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6882C667-72E5-40D0-B028-4FE65FD411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4231" y="5810005"/>
            <a:ext cx="164586" cy="30620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8CC6D83B-A33E-472D-9CAE-AF27C5CF6D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2460" y="4691511"/>
            <a:ext cx="338711" cy="441006"/>
          </a:xfrm>
          <a:prstGeom prst="rect">
            <a:avLst/>
          </a:prstGeom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8A1D44AD-88B9-4AA4-BCFD-A85FF87B5C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697" y="1855192"/>
            <a:ext cx="831885" cy="790420"/>
          </a:xfrm>
          <a:prstGeom prst="rect">
            <a:avLst/>
          </a:prstGeom>
        </p:spPr>
      </p:pic>
      <p:pic>
        <p:nvPicPr>
          <p:cNvPr id="83" name="グラフィックス 82" descr="危険 単色塗りつぶし">
            <a:extLst>
              <a:ext uri="{FF2B5EF4-FFF2-40B4-BE49-F238E27FC236}">
                <a16:creationId xmlns:a16="http://schemas.microsoft.com/office/drawing/2014/main" id="{DD3FC910-1C46-4974-BB35-E8080C03F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1380" y="1906617"/>
            <a:ext cx="312058" cy="312058"/>
          </a:xfrm>
          <a:prstGeom prst="rect">
            <a:avLst/>
          </a:prstGeom>
        </p:spPr>
      </p:pic>
      <p:pic>
        <p:nvPicPr>
          <p:cNvPr id="84" name="図 83">
            <a:extLst>
              <a:ext uri="{FF2B5EF4-FFF2-40B4-BE49-F238E27FC236}">
                <a16:creationId xmlns:a16="http://schemas.microsoft.com/office/drawing/2014/main" id="{A1DE9E78-FB9B-4DC2-AE5D-1C7E3DB5A1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13106" y="3196570"/>
            <a:ext cx="1066470" cy="1013312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113AE6D-8EC1-4944-B778-9A58DEEF9B6D}"/>
              </a:ext>
            </a:extLst>
          </p:cNvPr>
          <p:cNvSpPr/>
          <p:nvPr/>
        </p:nvSpPr>
        <p:spPr>
          <a:xfrm>
            <a:off x="-1662545" y="796092"/>
            <a:ext cx="1191428" cy="83426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四角形: 角を丸くする 84">
            <a:extLst>
              <a:ext uri="{FF2B5EF4-FFF2-40B4-BE49-F238E27FC236}">
                <a16:creationId xmlns:a16="http://schemas.microsoft.com/office/drawing/2014/main" id="{81450CD3-6287-4F31-BCA5-A4FBA39DA50A}"/>
              </a:ext>
            </a:extLst>
          </p:cNvPr>
          <p:cNvSpPr/>
          <p:nvPr/>
        </p:nvSpPr>
        <p:spPr>
          <a:xfrm>
            <a:off x="-1548023" y="978982"/>
            <a:ext cx="978130" cy="5837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5088D46D-F382-4619-8B37-E8721B1172F9}"/>
              </a:ext>
            </a:extLst>
          </p:cNvPr>
          <p:cNvSpPr/>
          <p:nvPr/>
        </p:nvSpPr>
        <p:spPr>
          <a:xfrm>
            <a:off x="-1363316" y="1067530"/>
            <a:ext cx="651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web</a:t>
            </a:r>
            <a:endParaRPr lang="ja-JP" altLang="en-US" dirty="0"/>
          </a:p>
        </p:txBody>
      </p: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ADD5A69F-4BA0-4153-A583-4BC258E3ABF6}"/>
              </a:ext>
            </a:extLst>
          </p:cNvPr>
          <p:cNvSpPr/>
          <p:nvPr/>
        </p:nvSpPr>
        <p:spPr>
          <a:xfrm>
            <a:off x="-813106" y="820550"/>
            <a:ext cx="103046" cy="1339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四角形: 角を丸くする 88">
            <a:extLst>
              <a:ext uri="{FF2B5EF4-FFF2-40B4-BE49-F238E27FC236}">
                <a16:creationId xmlns:a16="http://schemas.microsoft.com/office/drawing/2014/main" id="{C1107F54-D88A-40E3-B289-3389F63E895E}"/>
              </a:ext>
            </a:extLst>
          </p:cNvPr>
          <p:cNvSpPr/>
          <p:nvPr/>
        </p:nvSpPr>
        <p:spPr>
          <a:xfrm>
            <a:off x="-995122" y="878093"/>
            <a:ext cx="154007" cy="457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乗算記号 16">
            <a:extLst>
              <a:ext uri="{FF2B5EF4-FFF2-40B4-BE49-F238E27FC236}">
                <a16:creationId xmlns:a16="http://schemas.microsoft.com/office/drawing/2014/main" id="{B09A1A01-B9F0-4BE4-AA55-5FD8FC568EE6}"/>
              </a:ext>
            </a:extLst>
          </p:cNvPr>
          <p:cNvSpPr/>
          <p:nvPr/>
        </p:nvSpPr>
        <p:spPr>
          <a:xfrm>
            <a:off x="-710054" y="809211"/>
            <a:ext cx="197862" cy="170432"/>
          </a:xfrm>
          <a:prstGeom prst="mathMultiply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B5CBC16B-D5E2-40AC-AF77-8D416BF5C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569893" y="3286018"/>
            <a:ext cx="630156" cy="439200"/>
          </a:xfrm>
          <a:prstGeom prst="rect">
            <a:avLst/>
          </a:prstGeom>
        </p:spPr>
      </p:pic>
      <p:sp>
        <p:nvSpPr>
          <p:cNvPr id="87" name="円柱 86">
            <a:extLst>
              <a:ext uri="{FF2B5EF4-FFF2-40B4-BE49-F238E27FC236}">
                <a16:creationId xmlns:a16="http://schemas.microsoft.com/office/drawing/2014/main" id="{7FF537B9-BFE0-4A08-B24C-10609D63C35B}"/>
              </a:ext>
            </a:extLst>
          </p:cNvPr>
          <p:cNvSpPr/>
          <p:nvPr/>
        </p:nvSpPr>
        <p:spPr>
          <a:xfrm>
            <a:off x="10131152" y="3356996"/>
            <a:ext cx="170695" cy="2795886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楕円 89">
            <a:extLst>
              <a:ext uri="{FF2B5EF4-FFF2-40B4-BE49-F238E27FC236}">
                <a16:creationId xmlns:a16="http://schemas.microsoft.com/office/drawing/2014/main" id="{021AA0C2-30C1-4CF4-A9D9-BA18ED3942E4}"/>
              </a:ext>
            </a:extLst>
          </p:cNvPr>
          <p:cNvSpPr/>
          <p:nvPr/>
        </p:nvSpPr>
        <p:spPr>
          <a:xfrm>
            <a:off x="9613839" y="2218675"/>
            <a:ext cx="1164143" cy="12189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部分円 90">
            <a:extLst>
              <a:ext uri="{FF2B5EF4-FFF2-40B4-BE49-F238E27FC236}">
                <a16:creationId xmlns:a16="http://schemas.microsoft.com/office/drawing/2014/main" id="{755D20E6-20FD-463B-BFCB-10D644F8CD1C}"/>
              </a:ext>
            </a:extLst>
          </p:cNvPr>
          <p:cNvSpPr/>
          <p:nvPr/>
        </p:nvSpPr>
        <p:spPr>
          <a:xfrm>
            <a:off x="9778251" y="2515742"/>
            <a:ext cx="862945" cy="879496"/>
          </a:xfrm>
          <a:prstGeom prst="pie">
            <a:avLst>
              <a:gd name="adj1" fmla="val 0"/>
              <a:gd name="adj2" fmla="val 1073251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2" name="部分円 91">
            <a:extLst>
              <a:ext uri="{FF2B5EF4-FFF2-40B4-BE49-F238E27FC236}">
                <a16:creationId xmlns:a16="http://schemas.microsoft.com/office/drawing/2014/main" id="{C32C76C2-CA14-419C-B134-52EC73184939}"/>
              </a:ext>
            </a:extLst>
          </p:cNvPr>
          <p:cNvSpPr/>
          <p:nvPr/>
        </p:nvSpPr>
        <p:spPr>
          <a:xfrm rot="10800000">
            <a:off x="9778251" y="2311569"/>
            <a:ext cx="862945" cy="879496"/>
          </a:xfrm>
          <a:prstGeom prst="pie">
            <a:avLst>
              <a:gd name="adj1" fmla="val 0"/>
              <a:gd name="adj2" fmla="val 1073251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91D1E12A-7665-4064-B127-9C8542451F23}"/>
              </a:ext>
            </a:extLst>
          </p:cNvPr>
          <p:cNvSpPr/>
          <p:nvPr/>
        </p:nvSpPr>
        <p:spPr>
          <a:xfrm>
            <a:off x="9580587" y="2693373"/>
            <a:ext cx="127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/>
              <a:t>BUS STOP</a:t>
            </a:r>
            <a:endParaRPr lang="ja-JP" altLang="en-US" sz="1600" b="1" dirty="0"/>
          </a:p>
        </p:txBody>
      </p:sp>
      <p:sp>
        <p:nvSpPr>
          <p:cNvPr id="94" name="楕円 93">
            <a:extLst>
              <a:ext uri="{FF2B5EF4-FFF2-40B4-BE49-F238E27FC236}">
                <a16:creationId xmlns:a16="http://schemas.microsoft.com/office/drawing/2014/main" id="{AE748BB5-99E1-4227-A9B1-56D46ED39B78}"/>
              </a:ext>
            </a:extLst>
          </p:cNvPr>
          <p:cNvSpPr/>
          <p:nvPr/>
        </p:nvSpPr>
        <p:spPr>
          <a:xfrm>
            <a:off x="-235514" y="5958799"/>
            <a:ext cx="434687" cy="42929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楕円 94">
            <a:extLst>
              <a:ext uri="{FF2B5EF4-FFF2-40B4-BE49-F238E27FC236}">
                <a16:creationId xmlns:a16="http://schemas.microsoft.com/office/drawing/2014/main" id="{2B7AAF95-3516-4B12-B8F3-E54CCE4F6DEE}"/>
              </a:ext>
            </a:extLst>
          </p:cNvPr>
          <p:cNvSpPr/>
          <p:nvPr/>
        </p:nvSpPr>
        <p:spPr>
          <a:xfrm>
            <a:off x="767466" y="5958799"/>
            <a:ext cx="434687" cy="42929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BEE450E6-A2E7-469F-AB27-465F788985B0}"/>
              </a:ext>
            </a:extLst>
          </p:cNvPr>
          <p:cNvCxnSpPr/>
          <p:nvPr/>
        </p:nvCxnSpPr>
        <p:spPr>
          <a:xfrm flipH="1">
            <a:off x="-18171" y="5488910"/>
            <a:ext cx="242947" cy="68453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F33EB4AB-8CA9-49D5-A259-6E9991CBD23A}"/>
              </a:ext>
            </a:extLst>
          </p:cNvPr>
          <p:cNvCxnSpPr>
            <a:cxnSpLocks/>
          </p:cNvCxnSpPr>
          <p:nvPr/>
        </p:nvCxnSpPr>
        <p:spPr>
          <a:xfrm>
            <a:off x="199173" y="5488910"/>
            <a:ext cx="261389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E3CCE573-99D1-4D44-8A49-BD214CDB0BF7}"/>
              </a:ext>
            </a:extLst>
          </p:cNvPr>
          <p:cNvCxnSpPr>
            <a:cxnSpLocks/>
          </p:cNvCxnSpPr>
          <p:nvPr/>
        </p:nvCxnSpPr>
        <p:spPr>
          <a:xfrm>
            <a:off x="103302" y="5819496"/>
            <a:ext cx="658097" cy="1168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E50E216B-F768-406B-9053-A28099C39F97}"/>
              </a:ext>
            </a:extLst>
          </p:cNvPr>
          <p:cNvCxnSpPr>
            <a:cxnSpLocks/>
          </p:cNvCxnSpPr>
          <p:nvPr/>
        </p:nvCxnSpPr>
        <p:spPr>
          <a:xfrm>
            <a:off x="786800" y="5614582"/>
            <a:ext cx="220377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43858483-F0C9-46C7-B635-2843822156E5}"/>
              </a:ext>
            </a:extLst>
          </p:cNvPr>
          <p:cNvCxnSpPr>
            <a:cxnSpLocks/>
          </p:cNvCxnSpPr>
          <p:nvPr/>
        </p:nvCxnSpPr>
        <p:spPr>
          <a:xfrm flipV="1">
            <a:off x="467171" y="5614583"/>
            <a:ext cx="447278" cy="7057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AE7A58BF-4C20-4B36-9D5D-42D8C5B5685D}"/>
              </a:ext>
            </a:extLst>
          </p:cNvPr>
          <p:cNvCxnSpPr>
            <a:cxnSpLocks/>
          </p:cNvCxnSpPr>
          <p:nvPr/>
        </p:nvCxnSpPr>
        <p:spPr>
          <a:xfrm flipH="1" flipV="1">
            <a:off x="155782" y="5831178"/>
            <a:ext cx="338271" cy="49168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611FC212-AA8B-42EC-9446-47F92B2F1D12}"/>
              </a:ext>
            </a:extLst>
          </p:cNvPr>
          <p:cNvCxnSpPr>
            <a:cxnSpLocks/>
          </p:cNvCxnSpPr>
          <p:nvPr/>
        </p:nvCxnSpPr>
        <p:spPr>
          <a:xfrm flipH="1" flipV="1">
            <a:off x="401360" y="6199908"/>
            <a:ext cx="600250" cy="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777FBFAA-8E29-4D37-A692-8B20209207E3}"/>
              </a:ext>
            </a:extLst>
          </p:cNvPr>
          <p:cNvCxnSpPr>
            <a:cxnSpLocks/>
          </p:cNvCxnSpPr>
          <p:nvPr/>
        </p:nvCxnSpPr>
        <p:spPr>
          <a:xfrm>
            <a:off x="767466" y="5807815"/>
            <a:ext cx="214310" cy="39209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二等辺三角形 103">
            <a:extLst>
              <a:ext uri="{FF2B5EF4-FFF2-40B4-BE49-F238E27FC236}">
                <a16:creationId xmlns:a16="http://schemas.microsoft.com/office/drawing/2014/main" id="{45D81BA6-50C8-4B45-B019-9DEEE59C16D7}"/>
              </a:ext>
            </a:extLst>
          </p:cNvPr>
          <p:cNvSpPr/>
          <p:nvPr/>
        </p:nvSpPr>
        <p:spPr>
          <a:xfrm flipV="1">
            <a:off x="463029" y="6184890"/>
            <a:ext cx="45719" cy="13718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05104125-EEBB-4C92-8D80-E4A5B652C527}"/>
              </a:ext>
            </a:extLst>
          </p:cNvPr>
          <p:cNvSpPr/>
          <p:nvPr/>
        </p:nvSpPr>
        <p:spPr>
          <a:xfrm>
            <a:off x="8064784" y="5605804"/>
            <a:ext cx="906087" cy="786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円: 塗りつぶしなし 105">
            <a:extLst>
              <a:ext uri="{FF2B5EF4-FFF2-40B4-BE49-F238E27FC236}">
                <a16:creationId xmlns:a16="http://schemas.microsoft.com/office/drawing/2014/main" id="{B75807B8-EAD4-483A-B868-DD7ABD93CDB2}"/>
              </a:ext>
            </a:extLst>
          </p:cNvPr>
          <p:cNvSpPr/>
          <p:nvPr/>
        </p:nvSpPr>
        <p:spPr>
          <a:xfrm>
            <a:off x="8219055" y="5212492"/>
            <a:ext cx="598517" cy="627444"/>
          </a:xfrm>
          <a:prstGeom prst="donu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7" name="図 106">
            <a:extLst>
              <a:ext uri="{FF2B5EF4-FFF2-40B4-BE49-F238E27FC236}">
                <a16:creationId xmlns:a16="http://schemas.microsoft.com/office/drawing/2014/main" id="{B74325A9-1E11-4FB7-8DB3-B92DFA5EDC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7640" y="5810005"/>
            <a:ext cx="164586" cy="306206"/>
          </a:xfrm>
          <a:prstGeom prst="rect">
            <a:avLst/>
          </a:prstGeom>
        </p:spPr>
      </p:pic>
      <p:sp>
        <p:nvSpPr>
          <p:cNvPr id="16" name="正方形/長方形 15"/>
          <p:cNvSpPr/>
          <p:nvPr/>
        </p:nvSpPr>
        <p:spPr>
          <a:xfrm>
            <a:off x="2580890" y="6380387"/>
            <a:ext cx="1038339" cy="342325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2499797" y="6722713"/>
            <a:ext cx="1212565" cy="1054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/>
          <p:cNvSpPr/>
          <p:nvPr/>
        </p:nvSpPr>
        <p:spPr>
          <a:xfrm>
            <a:off x="2711495" y="6533167"/>
            <a:ext cx="111898" cy="2201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/>
          <p:cNvSpPr/>
          <p:nvPr/>
        </p:nvSpPr>
        <p:spPr>
          <a:xfrm>
            <a:off x="3016037" y="6533166"/>
            <a:ext cx="111898" cy="2201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3349613" y="6533166"/>
            <a:ext cx="111898" cy="2201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/>
        </p:nvSpPr>
        <p:spPr>
          <a:xfrm>
            <a:off x="2499797" y="6179970"/>
            <a:ext cx="1212565" cy="1054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/>
        </p:nvSpPr>
        <p:spPr>
          <a:xfrm>
            <a:off x="2711495" y="5937401"/>
            <a:ext cx="111898" cy="2201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3016037" y="5937400"/>
            <a:ext cx="111898" cy="2201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/>
          <p:cNvSpPr/>
          <p:nvPr/>
        </p:nvSpPr>
        <p:spPr>
          <a:xfrm>
            <a:off x="3349613" y="5937400"/>
            <a:ext cx="111898" cy="2201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円 40"/>
          <p:cNvSpPr/>
          <p:nvPr/>
        </p:nvSpPr>
        <p:spPr>
          <a:xfrm rot="10800000">
            <a:off x="2723095" y="5558719"/>
            <a:ext cx="738415" cy="644492"/>
          </a:xfrm>
          <a:prstGeom prst="pie">
            <a:avLst>
              <a:gd name="adj1" fmla="val 0"/>
              <a:gd name="adj2" fmla="val 1090534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9" name="正方形/長方形 108"/>
          <p:cNvSpPr/>
          <p:nvPr/>
        </p:nvSpPr>
        <p:spPr>
          <a:xfrm>
            <a:off x="2839786" y="5690734"/>
            <a:ext cx="176251" cy="130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正方形/長方形 109"/>
          <p:cNvSpPr/>
          <p:nvPr/>
        </p:nvSpPr>
        <p:spPr>
          <a:xfrm>
            <a:off x="3147244" y="5693730"/>
            <a:ext cx="176251" cy="130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正方形/長方形 110"/>
          <p:cNvSpPr/>
          <p:nvPr/>
        </p:nvSpPr>
        <p:spPr>
          <a:xfrm>
            <a:off x="3016036" y="5365675"/>
            <a:ext cx="222191" cy="980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正方形/長方形 111"/>
          <p:cNvSpPr/>
          <p:nvPr/>
        </p:nvSpPr>
        <p:spPr>
          <a:xfrm>
            <a:off x="3016036" y="5381752"/>
            <a:ext cx="45719" cy="24661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二等辺三角形 112"/>
          <p:cNvSpPr/>
          <p:nvPr/>
        </p:nvSpPr>
        <p:spPr>
          <a:xfrm>
            <a:off x="4368920" y="5684599"/>
            <a:ext cx="955462" cy="430998"/>
          </a:xfrm>
          <a:prstGeom prst="triangle">
            <a:avLst/>
          </a:prstGeom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正方形/長方形 114"/>
          <p:cNvSpPr/>
          <p:nvPr/>
        </p:nvSpPr>
        <p:spPr>
          <a:xfrm>
            <a:off x="4233041" y="6541514"/>
            <a:ext cx="1212565" cy="2004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正方形/長方形 115"/>
          <p:cNvSpPr/>
          <p:nvPr/>
        </p:nvSpPr>
        <p:spPr>
          <a:xfrm>
            <a:off x="4444739" y="6115597"/>
            <a:ext cx="108181" cy="5166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/>
          <p:cNvSpPr/>
          <p:nvPr/>
        </p:nvSpPr>
        <p:spPr>
          <a:xfrm>
            <a:off x="4762853" y="5861586"/>
            <a:ext cx="176251" cy="130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正方形/長方形 117"/>
          <p:cNvSpPr/>
          <p:nvPr/>
        </p:nvSpPr>
        <p:spPr>
          <a:xfrm>
            <a:off x="4667286" y="6138033"/>
            <a:ext cx="111898" cy="4034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正方形/長方形 118"/>
          <p:cNvSpPr/>
          <p:nvPr/>
        </p:nvSpPr>
        <p:spPr>
          <a:xfrm>
            <a:off x="4893550" y="6138033"/>
            <a:ext cx="111898" cy="4034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正方形/長方形 119"/>
          <p:cNvSpPr/>
          <p:nvPr/>
        </p:nvSpPr>
        <p:spPr>
          <a:xfrm>
            <a:off x="5113629" y="6138033"/>
            <a:ext cx="111898" cy="4034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楕円 120">
            <a:extLst>
              <a:ext uri="{FF2B5EF4-FFF2-40B4-BE49-F238E27FC236}">
                <a16:creationId xmlns:a16="http://schemas.microsoft.com/office/drawing/2014/main" id="{37C5C35E-13E7-481B-A1CA-976FC288F29A}"/>
              </a:ext>
            </a:extLst>
          </p:cNvPr>
          <p:cNvSpPr/>
          <p:nvPr/>
        </p:nvSpPr>
        <p:spPr>
          <a:xfrm>
            <a:off x="-1152880" y="4617358"/>
            <a:ext cx="697779" cy="6867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楕円 121">
            <a:extLst>
              <a:ext uri="{FF2B5EF4-FFF2-40B4-BE49-F238E27FC236}">
                <a16:creationId xmlns:a16="http://schemas.microsoft.com/office/drawing/2014/main" id="{2B59F834-0CB5-48B4-9FC1-827777EEACC8}"/>
              </a:ext>
            </a:extLst>
          </p:cNvPr>
          <p:cNvSpPr/>
          <p:nvPr/>
        </p:nvSpPr>
        <p:spPr>
          <a:xfrm>
            <a:off x="-877183" y="4940847"/>
            <a:ext cx="697779" cy="68672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楕円 122">
            <a:extLst>
              <a:ext uri="{FF2B5EF4-FFF2-40B4-BE49-F238E27FC236}">
                <a16:creationId xmlns:a16="http://schemas.microsoft.com/office/drawing/2014/main" id="{209E6457-CA23-48D6-A5D0-56C3A5EC6A61}"/>
              </a:ext>
            </a:extLst>
          </p:cNvPr>
          <p:cNvSpPr/>
          <p:nvPr/>
        </p:nvSpPr>
        <p:spPr>
          <a:xfrm>
            <a:off x="-1436617" y="4979248"/>
            <a:ext cx="697779" cy="68672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4" name="二等辺三角形 123">
            <a:extLst>
              <a:ext uri="{FF2B5EF4-FFF2-40B4-BE49-F238E27FC236}">
                <a16:creationId xmlns:a16="http://schemas.microsoft.com/office/drawing/2014/main" id="{A9DB024F-A00A-4493-9C84-6FFB089F5346}"/>
              </a:ext>
            </a:extLst>
          </p:cNvPr>
          <p:cNvSpPr/>
          <p:nvPr/>
        </p:nvSpPr>
        <p:spPr>
          <a:xfrm>
            <a:off x="-1010689" y="4910909"/>
            <a:ext cx="348507" cy="1191025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二等辺三角形 124">
            <a:extLst>
              <a:ext uri="{FF2B5EF4-FFF2-40B4-BE49-F238E27FC236}">
                <a16:creationId xmlns:a16="http://schemas.microsoft.com/office/drawing/2014/main" id="{AC4C0FB2-71CF-4E2B-9E39-27E29A01017B}"/>
              </a:ext>
            </a:extLst>
          </p:cNvPr>
          <p:cNvSpPr/>
          <p:nvPr/>
        </p:nvSpPr>
        <p:spPr>
          <a:xfrm rot="19972663">
            <a:off x="-935788" y="5155276"/>
            <a:ext cx="89101" cy="350082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6" name="二等辺三角形 125">
            <a:extLst>
              <a:ext uri="{FF2B5EF4-FFF2-40B4-BE49-F238E27FC236}">
                <a16:creationId xmlns:a16="http://schemas.microsoft.com/office/drawing/2014/main" id="{7043182D-3A36-4707-B0FF-9FCCD8E84B5C}"/>
              </a:ext>
            </a:extLst>
          </p:cNvPr>
          <p:cNvSpPr/>
          <p:nvPr/>
        </p:nvSpPr>
        <p:spPr>
          <a:xfrm rot="1609021">
            <a:off x="-783388" y="5307676"/>
            <a:ext cx="89101" cy="350082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二等辺三角形 126">
            <a:extLst>
              <a:ext uri="{FF2B5EF4-FFF2-40B4-BE49-F238E27FC236}">
                <a16:creationId xmlns:a16="http://schemas.microsoft.com/office/drawing/2014/main" id="{3A45AF1B-C6B0-42B9-BD06-29FE65435CC8}"/>
              </a:ext>
            </a:extLst>
          </p:cNvPr>
          <p:cNvSpPr/>
          <p:nvPr/>
        </p:nvSpPr>
        <p:spPr>
          <a:xfrm rot="19972663">
            <a:off x="-967992" y="5514848"/>
            <a:ext cx="89101" cy="350082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二等辺三角形 127">
            <a:extLst>
              <a:ext uri="{FF2B5EF4-FFF2-40B4-BE49-F238E27FC236}">
                <a16:creationId xmlns:a16="http://schemas.microsoft.com/office/drawing/2014/main" id="{47D90092-DA80-4B38-A6E1-C7480F7572C7}"/>
              </a:ext>
            </a:extLst>
          </p:cNvPr>
          <p:cNvSpPr/>
          <p:nvPr/>
        </p:nvSpPr>
        <p:spPr>
          <a:xfrm rot="1609021">
            <a:off x="-815592" y="5667248"/>
            <a:ext cx="89101" cy="350082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楕円 128">
            <a:extLst>
              <a:ext uri="{FF2B5EF4-FFF2-40B4-BE49-F238E27FC236}">
                <a16:creationId xmlns:a16="http://schemas.microsoft.com/office/drawing/2014/main" id="{579F0DC7-4C17-4DEC-8DC1-895BCFEF03DB}"/>
              </a:ext>
            </a:extLst>
          </p:cNvPr>
          <p:cNvSpPr/>
          <p:nvPr/>
        </p:nvSpPr>
        <p:spPr>
          <a:xfrm>
            <a:off x="-481959" y="5063965"/>
            <a:ext cx="148457" cy="18049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楕円 129">
            <a:extLst>
              <a:ext uri="{FF2B5EF4-FFF2-40B4-BE49-F238E27FC236}">
                <a16:creationId xmlns:a16="http://schemas.microsoft.com/office/drawing/2014/main" id="{34C0FC53-51E8-48FF-8BF4-342AD9293204}"/>
              </a:ext>
            </a:extLst>
          </p:cNvPr>
          <p:cNvSpPr/>
          <p:nvPr/>
        </p:nvSpPr>
        <p:spPr>
          <a:xfrm>
            <a:off x="-971280" y="4669653"/>
            <a:ext cx="148457" cy="18049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1" name="楕円 130">
            <a:extLst>
              <a:ext uri="{FF2B5EF4-FFF2-40B4-BE49-F238E27FC236}">
                <a16:creationId xmlns:a16="http://schemas.microsoft.com/office/drawing/2014/main" id="{77BC3DEE-FC1E-47C4-A6EE-648D53C5D057}"/>
              </a:ext>
            </a:extLst>
          </p:cNvPr>
          <p:cNvSpPr/>
          <p:nvPr/>
        </p:nvSpPr>
        <p:spPr>
          <a:xfrm>
            <a:off x="-1326538" y="5284209"/>
            <a:ext cx="148457" cy="18049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89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9473">
        <p:fade/>
      </p:transition>
    </mc:Choice>
    <mc:Fallback xmlns="">
      <p:transition spd="med" advTm="39473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/>
          <p:cNvSpPr/>
          <p:nvPr/>
        </p:nvSpPr>
        <p:spPr>
          <a:xfrm>
            <a:off x="-2210762" y="188619"/>
            <a:ext cx="164559" cy="3775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6" name="角丸四角形 165"/>
          <p:cNvSpPr/>
          <p:nvPr/>
        </p:nvSpPr>
        <p:spPr>
          <a:xfrm>
            <a:off x="-1219503" y="402857"/>
            <a:ext cx="1203956" cy="133591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ドーナツ 13"/>
          <p:cNvSpPr/>
          <p:nvPr/>
        </p:nvSpPr>
        <p:spPr>
          <a:xfrm>
            <a:off x="-1111527" y="720484"/>
            <a:ext cx="956086" cy="917551"/>
          </a:xfrm>
          <a:prstGeom prst="donut">
            <a:avLst>
              <a:gd name="adj" fmla="val 1412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5" name="角丸四角形 164"/>
          <p:cNvSpPr/>
          <p:nvPr/>
        </p:nvSpPr>
        <p:spPr>
          <a:xfrm>
            <a:off x="-789144" y="402857"/>
            <a:ext cx="302747" cy="8969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処理 6"/>
          <p:cNvSpPr/>
          <p:nvPr/>
        </p:nvSpPr>
        <p:spPr>
          <a:xfrm rot="2943080">
            <a:off x="4582837" y="1816287"/>
            <a:ext cx="600740" cy="6992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4" name="フローチャート: 磁気ディスク 123">
            <a:extLst>
              <a:ext uri="{FF2B5EF4-FFF2-40B4-BE49-F238E27FC236}">
                <a16:creationId xmlns:a16="http://schemas.microsoft.com/office/drawing/2014/main" id="{B55CCC3D-0459-4810-B77D-E083BEBDBCED}"/>
              </a:ext>
            </a:extLst>
          </p:cNvPr>
          <p:cNvSpPr/>
          <p:nvPr/>
        </p:nvSpPr>
        <p:spPr>
          <a:xfrm>
            <a:off x="6787122" y="5974203"/>
            <a:ext cx="2052320" cy="517543"/>
          </a:xfrm>
          <a:prstGeom prst="flowChartMagneticDisk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四角形: 角を丸くする 126">
            <a:extLst>
              <a:ext uri="{FF2B5EF4-FFF2-40B4-BE49-F238E27FC236}">
                <a16:creationId xmlns:a16="http://schemas.microsoft.com/office/drawing/2014/main" id="{BFB9346F-F2EA-454C-A35C-F486BE13203A}"/>
              </a:ext>
            </a:extLst>
          </p:cNvPr>
          <p:cNvSpPr/>
          <p:nvPr/>
        </p:nvSpPr>
        <p:spPr>
          <a:xfrm>
            <a:off x="7701643" y="4434740"/>
            <a:ext cx="166662" cy="3029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四角形: 角を丸くする 127">
            <a:extLst>
              <a:ext uri="{FF2B5EF4-FFF2-40B4-BE49-F238E27FC236}">
                <a16:creationId xmlns:a16="http://schemas.microsoft.com/office/drawing/2014/main" id="{AD19EE24-FA9E-4FE7-BA6D-AC1D8F8B562A}"/>
              </a:ext>
            </a:extLst>
          </p:cNvPr>
          <p:cNvSpPr/>
          <p:nvPr/>
        </p:nvSpPr>
        <p:spPr>
          <a:xfrm>
            <a:off x="7728041" y="4719230"/>
            <a:ext cx="113866" cy="79774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1" name="二等辺三角形 130">
            <a:extLst>
              <a:ext uri="{FF2B5EF4-FFF2-40B4-BE49-F238E27FC236}">
                <a16:creationId xmlns:a16="http://schemas.microsoft.com/office/drawing/2014/main" id="{65E2EE71-B943-4B1F-B046-D4A1C4055DB8}"/>
              </a:ext>
            </a:extLst>
          </p:cNvPr>
          <p:cNvSpPr/>
          <p:nvPr/>
        </p:nvSpPr>
        <p:spPr>
          <a:xfrm>
            <a:off x="7650722" y="4902069"/>
            <a:ext cx="266156" cy="434525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2" name="二等辺三角形 131">
            <a:extLst>
              <a:ext uri="{FF2B5EF4-FFF2-40B4-BE49-F238E27FC236}">
                <a16:creationId xmlns:a16="http://schemas.microsoft.com/office/drawing/2014/main" id="{583C6A5C-F8D6-4366-A43F-E1A05C02C636}"/>
              </a:ext>
            </a:extLst>
          </p:cNvPr>
          <p:cNvSpPr/>
          <p:nvPr/>
        </p:nvSpPr>
        <p:spPr>
          <a:xfrm>
            <a:off x="7528802" y="5559714"/>
            <a:ext cx="497785" cy="434525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四角形: 角を丸くする 133">
            <a:extLst>
              <a:ext uri="{FF2B5EF4-FFF2-40B4-BE49-F238E27FC236}">
                <a16:creationId xmlns:a16="http://schemas.microsoft.com/office/drawing/2014/main" id="{E76D70F6-2A2A-41E3-AF95-7A96E4D6F245}"/>
              </a:ext>
            </a:extLst>
          </p:cNvPr>
          <p:cNvSpPr/>
          <p:nvPr/>
        </p:nvSpPr>
        <p:spPr>
          <a:xfrm>
            <a:off x="7541309" y="5947257"/>
            <a:ext cx="487330" cy="25999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5" name="四角形: 角を丸くする 134">
            <a:extLst>
              <a:ext uri="{FF2B5EF4-FFF2-40B4-BE49-F238E27FC236}">
                <a16:creationId xmlns:a16="http://schemas.microsoft.com/office/drawing/2014/main" id="{23A99DD1-AAC8-44C0-B6C8-E4F497A1B258}"/>
              </a:ext>
            </a:extLst>
          </p:cNvPr>
          <p:cNvSpPr/>
          <p:nvPr/>
        </p:nvSpPr>
        <p:spPr>
          <a:xfrm>
            <a:off x="7650722" y="5299715"/>
            <a:ext cx="266156" cy="4345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直方体 3">
            <a:extLst>
              <a:ext uri="{FF2B5EF4-FFF2-40B4-BE49-F238E27FC236}">
                <a16:creationId xmlns:a16="http://schemas.microsoft.com/office/drawing/2014/main" id="{80C7F3CC-DE3E-44BC-9217-BC1327E5F06A}"/>
              </a:ext>
            </a:extLst>
          </p:cNvPr>
          <p:cNvSpPr/>
          <p:nvPr/>
        </p:nvSpPr>
        <p:spPr>
          <a:xfrm flipH="1">
            <a:off x="4029332" y="5695565"/>
            <a:ext cx="1838227" cy="659877"/>
          </a:xfrm>
          <a:prstGeom prst="cube">
            <a:avLst>
              <a:gd name="adj" fmla="val 3500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円柱 136">
            <a:extLst>
              <a:ext uri="{FF2B5EF4-FFF2-40B4-BE49-F238E27FC236}">
                <a16:creationId xmlns:a16="http://schemas.microsoft.com/office/drawing/2014/main" id="{DD82E529-6AFF-464B-A91A-2917712C0567}"/>
              </a:ext>
            </a:extLst>
          </p:cNvPr>
          <p:cNvSpPr/>
          <p:nvPr/>
        </p:nvSpPr>
        <p:spPr>
          <a:xfrm>
            <a:off x="5228107" y="5497602"/>
            <a:ext cx="216817" cy="340936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円柱 137">
            <a:extLst>
              <a:ext uri="{FF2B5EF4-FFF2-40B4-BE49-F238E27FC236}">
                <a16:creationId xmlns:a16="http://schemas.microsoft.com/office/drawing/2014/main" id="{B87739ED-40A2-4EA5-810A-9E5238925C0D}"/>
              </a:ext>
            </a:extLst>
          </p:cNvPr>
          <p:cNvSpPr/>
          <p:nvPr/>
        </p:nvSpPr>
        <p:spPr>
          <a:xfrm>
            <a:off x="4360838" y="5525882"/>
            <a:ext cx="216817" cy="340936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柱 4">
            <a:extLst>
              <a:ext uri="{FF2B5EF4-FFF2-40B4-BE49-F238E27FC236}">
                <a16:creationId xmlns:a16="http://schemas.microsoft.com/office/drawing/2014/main" id="{F017EA64-2328-4DD2-9FE4-C91115528206}"/>
              </a:ext>
            </a:extLst>
          </p:cNvPr>
          <p:cNvSpPr/>
          <p:nvPr/>
        </p:nvSpPr>
        <p:spPr>
          <a:xfrm>
            <a:off x="4355341" y="4575346"/>
            <a:ext cx="216817" cy="1148499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6" name="円柱 135">
            <a:extLst>
              <a:ext uri="{FF2B5EF4-FFF2-40B4-BE49-F238E27FC236}">
                <a16:creationId xmlns:a16="http://schemas.microsoft.com/office/drawing/2014/main" id="{BC5D99D3-8AA4-493C-96D2-D756076F2CFE}"/>
              </a:ext>
            </a:extLst>
          </p:cNvPr>
          <p:cNvSpPr/>
          <p:nvPr/>
        </p:nvSpPr>
        <p:spPr>
          <a:xfrm>
            <a:off x="5228109" y="4575346"/>
            <a:ext cx="216815" cy="1120219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AB985AD-CE1E-42CD-ABDD-0D9454C2AEEA}"/>
              </a:ext>
            </a:extLst>
          </p:cNvPr>
          <p:cNvSpPr/>
          <p:nvPr/>
        </p:nvSpPr>
        <p:spPr>
          <a:xfrm>
            <a:off x="392418" y="5540473"/>
            <a:ext cx="1288076" cy="2006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dirty="0"/>
              <a:t>車載</a:t>
            </a:r>
            <a:r>
              <a:rPr kumimoji="1" lang="en-US" altLang="ja-JP" sz="1600" dirty="0"/>
              <a:t>DM</a:t>
            </a:r>
            <a:endParaRPr kumimoji="1" lang="ja-JP" altLang="en-US" sz="16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E611000-722D-41A5-B05E-0FE56C438BC1}"/>
              </a:ext>
            </a:extLst>
          </p:cNvPr>
          <p:cNvCxnSpPr>
            <a:cxnSpLocks/>
          </p:cNvCxnSpPr>
          <p:nvPr/>
        </p:nvCxnSpPr>
        <p:spPr>
          <a:xfrm flipV="1">
            <a:off x="923101" y="3241355"/>
            <a:ext cx="0" cy="73227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4FBEB87-0E7F-4AC7-BD7E-0BD1839CC054}"/>
              </a:ext>
            </a:extLst>
          </p:cNvPr>
          <p:cNvSpPr/>
          <p:nvPr/>
        </p:nvSpPr>
        <p:spPr>
          <a:xfrm>
            <a:off x="353385" y="6312743"/>
            <a:ext cx="1327108" cy="2497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自動運転 </a:t>
            </a:r>
            <a:r>
              <a:rPr lang="en-US" altLang="ja-JP" sz="1100" dirty="0">
                <a:solidFill>
                  <a:schemeClr val="tx1"/>
                </a:solidFill>
              </a:rPr>
              <a:t>(ROS2)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FA9C957-F91F-4D45-B859-B98ABEB48740}"/>
              </a:ext>
            </a:extLst>
          </p:cNvPr>
          <p:cNvSpPr/>
          <p:nvPr/>
        </p:nvSpPr>
        <p:spPr>
          <a:xfrm>
            <a:off x="376987" y="5907379"/>
            <a:ext cx="1304232" cy="2425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r>
              <a:rPr kumimoji="1" lang="en-US" altLang="ja-JP" sz="1100" dirty="0">
                <a:solidFill>
                  <a:schemeClr val="tx1"/>
                </a:solidFill>
              </a:rPr>
              <a:t>ROS2DMI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73D2382-5198-417B-9E90-07F091E297F6}"/>
              </a:ext>
            </a:extLst>
          </p:cNvPr>
          <p:cNvGrpSpPr/>
          <p:nvPr/>
        </p:nvGrpSpPr>
        <p:grpSpPr>
          <a:xfrm rot="8562388">
            <a:off x="486257" y="2737038"/>
            <a:ext cx="989255" cy="1043580"/>
            <a:chOff x="6531743" y="3034180"/>
            <a:chExt cx="989255" cy="1043580"/>
          </a:xfrm>
        </p:grpSpPr>
        <p:sp>
          <p:nvSpPr>
            <p:cNvPr id="21" name="円弧 20">
              <a:extLst>
                <a:ext uri="{FF2B5EF4-FFF2-40B4-BE49-F238E27FC236}">
                  <a16:creationId xmlns:a16="http://schemas.microsoft.com/office/drawing/2014/main" id="{0EDF10F7-4DAD-4D15-B1D5-27FB91745A50}"/>
                </a:ext>
              </a:extLst>
            </p:cNvPr>
            <p:cNvSpPr/>
            <p:nvPr/>
          </p:nvSpPr>
          <p:spPr>
            <a:xfrm>
              <a:off x="6754483" y="3034180"/>
              <a:ext cx="766515" cy="817114"/>
            </a:xfrm>
            <a:prstGeom prst="arc">
              <a:avLst>
                <a:gd name="adj1" fmla="val 16200000"/>
                <a:gd name="adj2" fmla="val 19392502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円弧 21">
              <a:extLst>
                <a:ext uri="{FF2B5EF4-FFF2-40B4-BE49-F238E27FC236}">
                  <a16:creationId xmlns:a16="http://schemas.microsoft.com/office/drawing/2014/main" id="{B0B007F5-7EEE-4526-9081-4801BE4AB507}"/>
                </a:ext>
              </a:extLst>
            </p:cNvPr>
            <p:cNvSpPr/>
            <p:nvPr/>
          </p:nvSpPr>
          <p:spPr>
            <a:xfrm rot="21257191">
              <a:off x="6655231" y="3144365"/>
              <a:ext cx="766515" cy="817114"/>
            </a:xfrm>
            <a:prstGeom prst="arc">
              <a:avLst>
                <a:gd name="adj1" fmla="val 16200000"/>
                <a:gd name="adj2" fmla="val 20220666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円弧 22">
              <a:extLst>
                <a:ext uri="{FF2B5EF4-FFF2-40B4-BE49-F238E27FC236}">
                  <a16:creationId xmlns:a16="http://schemas.microsoft.com/office/drawing/2014/main" id="{C288B955-D0B3-4D80-B079-A859CA83A03E}"/>
                </a:ext>
              </a:extLst>
            </p:cNvPr>
            <p:cNvSpPr/>
            <p:nvPr/>
          </p:nvSpPr>
          <p:spPr>
            <a:xfrm rot="21054609">
              <a:off x="6531743" y="3260646"/>
              <a:ext cx="766515" cy="817114"/>
            </a:xfrm>
            <a:prstGeom prst="arc">
              <a:avLst>
                <a:gd name="adj1" fmla="val 15760521"/>
                <a:gd name="adj2" fmla="val 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4" name="図 23">
            <a:extLst>
              <a:ext uri="{FF2B5EF4-FFF2-40B4-BE49-F238E27FC236}">
                <a16:creationId xmlns:a16="http://schemas.microsoft.com/office/drawing/2014/main" id="{2D54A28B-2F34-479A-BA0B-C55664AC5B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188" t="32218" r="19813" b="62094"/>
          <a:stretch/>
        </p:blipFill>
        <p:spPr>
          <a:xfrm>
            <a:off x="1680493" y="5200838"/>
            <a:ext cx="1343576" cy="1240223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B1AAC80-919C-411E-8D36-131271B70928}"/>
              </a:ext>
            </a:extLst>
          </p:cNvPr>
          <p:cNvSpPr/>
          <p:nvPr/>
        </p:nvSpPr>
        <p:spPr>
          <a:xfrm>
            <a:off x="376987" y="5109383"/>
            <a:ext cx="1303506" cy="249762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ITS</a:t>
            </a: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用アダプタ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50A0907-1362-46A2-9B7C-FEA1AC8735D1}"/>
              </a:ext>
            </a:extLst>
          </p:cNvPr>
          <p:cNvSpPr/>
          <p:nvPr/>
        </p:nvSpPr>
        <p:spPr>
          <a:xfrm>
            <a:off x="599478" y="2034193"/>
            <a:ext cx="1062084" cy="249762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ITS</a:t>
            </a: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用アダプタ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8C35CAC-C728-4A04-BEED-79BE75FF33D7}"/>
              </a:ext>
            </a:extLst>
          </p:cNvPr>
          <p:cNvSpPr/>
          <p:nvPr/>
        </p:nvSpPr>
        <p:spPr>
          <a:xfrm>
            <a:off x="310060" y="3317047"/>
            <a:ext cx="625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b="1" dirty="0">
                <a:solidFill>
                  <a:schemeClr val="accent1">
                    <a:lumMod val="75000"/>
                  </a:schemeClr>
                </a:solidFill>
              </a:rPr>
              <a:t>I2V</a:t>
            </a:r>
            <a:endParaRPr lang="ja-JP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05C4FB2D-BB39-4A7D-BAF6-E14DAE979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68" y="45958"/>
            <a:ext cx="819964" cy="2311843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ACC300C7-3063-43F9-8D35-615696A41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51" y="3973629"/>
            <a:ext cx="576162" cy="576162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53443AD5-69D2-49C9-8183-92664FDD3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61" y="2619280"/>
            <a:ext cx="614341" cy="594132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B3856447-AD16-41A5-8474-603CC02499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8740" y="2193555"/>
            <a:ext cx="601505" cy="242542"/>
          </a:xfrm>
          <a:prstGeom prst="rect">
            <a:avLst/>
          </a:prstGeom>
        </p:spPr>
      </p:pic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F1F3AB55-7089-4300-BC74-20AE80213D9C}"/>
              </a:ext>
            </a:extLst>
          </p:cNvPr>
          <p:cNvCxnSpPr>
            <a:cxnSpLocks/>
            <a:stCxn id="36" idx="2"/>
            <a:endCxn id="35" idx="3"/>
          </p:cNvCxnSpPr>
          <p:nvPr/>
        </p:nvCxnSpPr>
        <p:spPr>
          <a:xfrm rot="5400000">
            <a:off x="1262774" y="2409626"/>
            <a:ext cx="480249" cy="533191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A89B54C-6198-467F-AE72-A8B3C921C6F7}"/>
              </a:ext>
            </a:extLst>
          </p:cNvPr>
          <p:cNvSpPr/>
          <p:nvPr/>
        </p:nvSpPr>
        <p:spPr>
          <a:xfrm>
            <a:off x="1030407" y="2456393"/>
            <a:ext cx="6415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LAN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93E04B59-775D-4B50-84FC-CFC80584AB60}"/>
              </a:ext>
            </a:extLst>
          </p:cNvPr>
          <p:cNvSpPr/>
          <p:nvPr/>
        </p:nvSpPr>
        <p:spPr>
          <a:xfrm>
            <a:off x="1408251" y="3018728"/>
            <a:ext cx="1954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ITS</a:t>
            </a:r>
            <a:r>
              <a:rPr lang="ja-JP" altLang="en-US" dirty="0"/>
              <a:t>無線機（路）</a:t>
            </a:r>
            <a:endParaRPr lang="en-US" altLang="ja-JP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DBBC0540-60DC-4AA3-AFDB-12EE8E8CE64D}"/>
              </a:ext>
            </a:extLst>
          </p:cNvPr>
          <p:cNvCxnSpPr>
            <a:cxnSpLocks/>
          </p:cNvCxnSpPr>
          <p:nvPr/>
        </p:nvCxnSpPr>
        <p:spPr>
          <a:xfrm flipV="1">
            <a:off x="1077702" y="994281"/>
            <a:ext cx="1" cy="21904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3850ADD3-90A6-4420-A621-786990A2E052}"/>
              </a:ext>
            </a:extLst>
          </p:cNvPr>
          <p:cNvCxnSpPr>
            <a:cxnSpLocks/>
          </p:cNvCxnSpPr>
          <p:nvPr/>
        </p:nvCxnSpPr>
        <p:spPr>
          <a:xfrm flipV="1">
            <a:off x="1103980" y="1459099"/>
            <a:ext cx="1" cy="21904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03479740-B2D6-4FFF-A6CB-5D104BC5E403}"/>
              </a:ext>
            </a:extLst>
          </p:cNvPr>
          <p:cNvCxnSpPr>
            <a:cxnSpLocks/>
          </p:cNvCxnSpPr>
          <p:nvPr/>
        </p:nvCxnSpPr>
        <p:spPr>
          <a:xfrm flipV="1">
            <a:off x="1114490" y="1795426"/>
            <a:ext cx="1" cy="21904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8F5220A8-28E2-4BCE-BF75-7CB3DB6E86DB}"/>
              </a:ext>
            </a:extLst>
          </p:cNvPr>
          <p:cNvSpPr/>
          <p:nvPr/>
        </p:nvSpPr>
        <p:spPr>
          <a:xfrm>
            <a:off x="613595" y="1638035"/>
            <a:ext cx="1047967" cy="27135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dirty="0"/>
              <a:t>路側</a:t>
            </a:r>
            <a:r>
              <a:rPr kumimoji="1" lang="en-US" altLang="ja-JP" sz="1600" dirty="0"/>
              <a:t>DM1</a:t>
            </a:r>
            <a:endParaRPr kumimoji="1" lang="ja-JP" altLang="en-US" sz="1600" dirty="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F625669-09B1-4CEE-B9A6-DD7C2F8E69CE}"/>
              </a:ext>
            </a:extLst>
          </p:cNvPr>
          <p:cNvSpPr/>
          <p:nvPr/>
        </p:nvSpPr>
        <p:spPr>
          <a:xfrm>
            <a:off x="613595" y="774118"/>
            <a:ext cx="1047966" cy="2434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物標認識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DF865C0-CA3D-4550-BD2F-9D6EE4529777}"/>
              </a:ext>
            </a:extLst>
          </p:cNvPr>
          <p:cNvSpPr/>
          <p:nvPr/>
        </p:nvSpPr>
        <p:spPr>
          <a:xfrm>
            <a:off x="621961" y="1210317"/>
            <a:ext cx="1049105" cy="2402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r>
              <a:rPr kumimoji="1" lang="en-US" altLang="ja-JP" sz="1100" dirty="0">
                <a:solidFill>
                  <a:schemeClr val="tx1"/>
                </a:solidFill>
              </a:rPr>
              <a:t>ROS2DMI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BAB09403-C1AF-4C96-8B9F-BBCE4C807ADA}"/>
              </a:ext>
            </a:extLst>
          </p:cNvPr>
          <p:cNvCxnSpPr>
            <a:cxnSpLocks/>
            <a:endCxn id="66" idx="0"/>
          </p:cNvCxnSpPr>
          <p:nvPr/>
        </p:nvCxnSpPr>
        <p:spPr>
          <a:xfrm rot="5400000">
            <a:off x="726761" y="4678219"/>
            <a:ext cx="269526" cy="126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図 65">
            <a:extLst>
              <a:ext uri="{FF2B5EF4-FFF2-40B4-BE49-F238E27FC236}">
                <a16:creationId xmlns:a16="http://schemas.microsoft.com/office/drawing/2014/main" id="{B501392A-652F-4C45-8FA2-E98A1AE33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435" y="4819317"/>
            <a:ext cx="601505" cy="242542"/>
          </a:xfrm>
          <a:prstGeom prst="rect">
            <a:avLst/>
          </a:prstGeom>
        </p:spPr>
      </p:pic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CF116CC4-A78C-451C-98C3-D1DD5EA1DE1B}"/>
              </a:ext>
            </a:extLst>
          </p:cNvPr>
          <p:cNvSpPr/>
          <p:nvPr/>
        </p:nvSpPr>
        <p:spPr>
          <a:xfrm>
            <a:off x="1277860" y="4556176"/>
            <a:ext cx="654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USB</a:t>
            </a:r>
            <a:endParaRPr lang="ja-JP" altLang="en-US" dirty="0"/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3F64E61D-48CE-4980-B6D9-29D4E0E19577}"/>
              </a:ext>
            </a:extLst>
          </p:cNvPr>
          <p:cNvCxnSpPr>
            <a:cxnSpLocks/>
          </p:cNvCxnSpPr>
          <p:nvPr/>
        </p:nvCxnSpPr>
        <p:spPr>
          <a:xfrm flipV="1">
            <a:off x="805505" y="5321873"/>
            <a:ext cx="1" cy="21904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0FFFD053-0E0A-4B36-8031-51FDDA0E9432}"/>
              </a:ext>
            </a:extLst>
          </p:cNvPr>
          <p:cNvCxnSpPr>
            <a:cxnSpLocks/>
          </p:cNvCxnSpPr>
          <p:nvPr/>
        </p:nvCxnSpPr>
        <p:spPr>
          <a:xfrm flipV="1">
            <a:off x="831783" y="5755161"/>
            <a:ext cx="1" cy="21904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B9B655C5-318E-4B76-9B05-5F9ECBF85196}"/>
              </a:ext>
            </a:extLst>
          </p:cNvPr>
          <p:cNvCxnSpPr>
            <a:cxnSpLocks/>
          </p:cNvCxnSpPr>
          <p:nvPr/>
        </p:nvCxnSpPr>
        <p:spPr>
          <a:xfrm flipV="1">
            <a:off x="842293" y="6123018"/>
            <a:ext cx="1" cy="21904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37112EE-E3AE-4370-A7D2-6477723622C6}"/>
              </a:ext>
            </a:extLst>
          </p:cNvPr>
          <p:cNvSpPr/>
          <p:nvPr/>
        </p:nvSpPr>
        <p:spPr>
          <a:xfrm>
            <a:off x="1236302" y="4236731"/>
            <a:ext cx="1954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ITS</a:t>
            </a:r>
            <a:r>
              <a:rPr lang="ja-JP" altLang="en-US" dirty="0"/>
              <a:t>無線機（車）</a:t>
            </a:r>
            <a:endParaRPr lang="en-US" altLang="ja-JP" dirty="0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155B6610-9388-453F-8FFA-F5FAE791E2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6452" y="224021"/>
            <a:ext cx="1408547" cy="698862"/>
          </a:xfrm>
          <a:prstGeom prst="rect">
            <a:avLst/>
          </a:prstGeom>
        </p:spPr>
      </p:pic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819F396-A025-49E1-8DDE-8E104D2CC53C}"/>
              </a:ext>
            </a:extLst>
          </p:cNvPr>
          <p:cNvSpPr/>
          <p:nvPr/>
        </p:nvSpPr>
        <p:spPr>
          <a:xfrm>
            <a:off x="6161032" y="258819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200" dirty="0"/>
              <a:t>通信時間</a:t>
            </a:r>
            <a:endParaRPr lang="en-US" altLang="ja-JP" sz="1200" dirty="0"/>
          </a:p>
          <a:p>
            <a:r>
              <a:rPr lang="en-US" altLang="ja-JP" sz="1200" dirty="0"/>
              <a:t>(</a:t>
            </a:r>
            <a:r>
              <a:rPr lang="ja-JP" altLang="en-US" sz="1200" dirty="0"/>
              <a:t>ミリ秒</a:t>
            </a:r>
            <a:r>
              <a:rPr lang="en-US" altLang="ja-JP" sz="1200" dirty="0"/>
              <a:t>)</a:t>
            </a:r>
            <a:endParaRPr lang="ja-JP" altLang="en-US" sz="1200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BFE08474-2FB0-4A21-9F01-CB6751C5CE27}"/>
              </a:ext>
            </a:extLst>
          </p:cNvPr>
          <p:cNvSpPr/>
          <p:nvPr/>
        </p:nvSpPr>
        <p:spPr>
          <a:xfrm>
            <a:off x="8072770" y="935346"/>
            <a:ext cx="7489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100" dirty="0"/>
              <a:t>経過時間</a:t>
            </a:r>
            <a:endParaRPr lang="en-US" altLang="ja-JP" sz="1100" dirty="0"/>
          </a:p>
          <a:p>
            <a:r>
              <a:rPr lang="en-US" altLang="ja-JP" sz="1100" dirty="0"/>
              <a:t>(</a:t>
            </a:r>
            <a:r>
              <a:rPr lang="ja-JP" altLang="en-US" sz="1100" dirty="0"/>
              <a:t>ミリ秒</a:t>
            </a:r>
            <a:r>
              <a:rPr lang="en-US" altLang="ja-JP" sz="1100" dirty="0"/>
              <a:t>)</a:t>
            </a:r>
            <a:endParaRPr lang="ja-JP" altLang="en-US" sz="1100" dirty="0"/>
          </a:p>
        </p:txBody>
      </p:sp>
      <p:sp>
        <p:nvSpPr>
          <p:cNvPr id="55" name="四角形: 角を丸くする 126">
            <a:extLst>
              <a:ext uri="{FF2B5EF4-FFF2-40B4-BE49-F238E27FC236}">
                <a16:creationId xmlns:a16="http://schemas.microsoft.com/office/drawing/2014/main" id="{BFB9346F-F2EA-454C-A35C-F486BE13203A}"/>
              </a:ext>
            </a:extLst>
          </p:cNvPr>
          <p:cNvSpPr/>
          <p:nvPr/>
        </p:nvSpPr>
        <p:spPr>
          <a:xfrm>
            <a:off x="2510186" y="592674"/>
            <a:ext cx="113866" cy="3029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四角形: 角を丸くする 127">
            <a:extLst>
              <a:ext uri="{FF2B5EF4-FFF2-40B4-BE49-F238E27FC236}">
                <a16:creationId xmlns:a16="http://schemas.microsoft.com/office/drawing/2014/main" id="{AD19EE24-FA9E-4FE7-BA6D-AC1D8F8B562A}"/>
              </a:ext>
            </a:extLst>
          </p:cNvPr>
          <p:cNvSpPr/>
          <p:nvPr/>
        </p:nvSpPr>
        <p:spPr>
          <a:xfrm>
            <a:off x="2510186" y="877164"/>
            <a:ext cx="111627" cy="4571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二等辺三角形 60">
            <a:extLst>
              <a:ext uri="{FF2B5EF4-FFF2-40B4-BE49-F238E27FC236}">
                <a16:creationId xmlns:a16="http://schemas.microsoft.com/office/drawing/2014/main" id="{583C6A5C-F8D6-4366-A43F-E1A05C02C636}"/>
              </a:ext>
            </a:extLst>
          </p:cNvPr>
          <p:cNvSpPr/>
          <p:nvPr/>
        </p:nvSpPr>
        <p:spPr>
          <a:xfrm>
            <a:off x="2455210" y="1237477"/>
            <a:ext cx="214770" cy="18338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四角形: 角を丸くする 127">
            <a:extLst>
              <a:ext uri="{FF2B5EF4-FFF2-40B4-BE49-F238E27FC236}">
                <a16:creationId xmlns:a16="http://schemas.microsoft.com/office/drawing/2014/main" id="{AD19EE24-FA9E-4FE7-BA6D-AC1D8F8B562A}"/>
              </a:ext>
            </a:extLst>
          </p:cNvPr>
          <p:cNvSpPr/>
          <p:nvPr/>
        </p:nvSpPr>
        <p:spPr>
          <a:xfrm>
            <a:off x="2511516" y="1323759"/>
            <a:ext cx="111627" cy="4571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四角形: 角を丸くする 126">
            <a:extLst>
              <a:ext uri="{FF2B5EF4-FFF2-40B4-BE49-F238E27FC236}">
                <a16:creationId xmlns:a16="http://schemas.microsoft.com/office/drawing/2014/main" id="{BFB9346F-F2EA-454C-A35C-F486BE13203A}"/>
              </a:ext>
            </a:extLst>
          </p:cNvPr>
          <p:cNvSpPr/>
          <p:nvPr/>
        </p:nvSpPr>
        <p:spPr>
          <a:xfrm>
            <a:off x="2510016" y="914029"/>
            <a:ext cx="111797" cy="41955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四角形: 角を丸くする 126">
            <a:extLst>
              <a:ext uri="{FF2B5EF4-FFF2-40B4-BE49-F238E27FC236}">
                <a16:creationId xmlns:a16="http://schemas.microsoft.com/office/drawing/2014/main" id="{BFB9346F-F2EA-454C-A35C-F486BE13203A}"/>
              </a:ext>
            </a:extLst>
          </p:cNvPr>
          <p:cNvSpPr/>
          <p:nvPr/>
        </p:nvSpPr>
        <p:spPr>
          <a:xfrm>
            <a:off x="2462805" y="1406493"/>
            <a:ext cx="199224" cy="41955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四角形: 角を丸くする 127">
            <a:extLst>
              <a:ext uri="{FF2B5EF4-FFF2-40B4-BE49-F238E27FC236}">
                <a16:creationId xmlns:a16="http://schemas.microsoft.com/office/drawing/2014/main" id="{AD19EE24-FA9E-4FE7-BA6D-AC1D8F8B562A}"/>
              </a:ext>
            </a:extLst>
          </p:cNvPr>
          <p:cNvSpPr/>
          <p:nvPr/>
        </p:nvSpPr>
        <p:spPr>
          <a:xfrm>
            <a:off x="2456455" y="1818069"/>
            <a:ext cx="209373" cy="4571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四角形: 角を丸くする 126">
            <a:extLst>
              <a:ext uri="{FF2B5EF4-FFF2-40B4-BE49-F238E27FC236}">
                <a16:creationId xmlns:a16="http://schemas.microsoft.com/office/drawing/2014/main" id="{BFB9346F-F2EA-454C-A35C-F486BE13203A}"/>
              </a:ext>
            </a:extLst>
          </p:cNvPr>
          <p:cNvSpPr/>
          <p:nvPr/>
        </p:nvSpPr>
        <p:spPr>
          <a:xfrm>
            <a:off x="2462831" y="1851251"/>
            <a:ext cx="199224" cy="4571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四角形: 角を丸くする 127">
            <a:extLst>
              <a:ext uri="{FF2B5EF4-FFF2-40B4-BE49-F238E27FC236}">
                <a16:creationId xmlns:a16="http://schemas.microsoft.com/office/drawing/2014/main" id="{AD19EE24-FA9E-4FE7-BA6D-AC1D8F8B562A}"/>
              </a:ext>
            </a:extLst>
          </p:cNvPr>
          <p:cNvSpPr/>
          <p:nvPr/>
        </p:nvSpPr>
        <p:spPr>
          <a:xfrm>
            <a:off x="2456455" y="1875219"/>
            <a:ext cx="209373" cy="4571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四角形: 角を丸くする 126">
            <a:extLst>
              <a:ext uri="{FF2B5EF4-FFF2-40B4-BE49-F238E27FC236}">
                <a16:creationId xmlns:a16="http://schemas.microsoft.com/office/drawing/2014/main" id="{BFB9346F-F2EA-454C-A35C-F486BE13203A}"/>
              </a:ext>
            </a:extLst>
          </p:cNvPr>
          <p:cNvSpPr/>
          <p:nvPr/>
        </p:nvSpPr>
        <p:spPr>
          <a:xfrm>
            <a:off x="2462831" y="1900450"/>
            <a:ext cx="199224" cy="4571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四角形: 角を丸くする 126">
            <a:extLst>
              <a:ext uri="{FF2B5EF4-FFF2-40B4-BE49-F238E27FC236}">
                <a16:creationId xmlns:a16="http://schemas.microsoft.com/office/drawing/2014/main" id="{BFB9346F-F2EA-454C-A35C-F486BE13203A}"/>
              </a:ext>
            </a:extLst>
          </p:cNvPr>
          <p:cNvSpPr/>
          <p:nvPr/>
        </p:nvSpPr>
        <p:spPr>
          <a:xfrm>
            <a:off x="2464157" y="1908238"/>
            <a:ext cx="199224" cy="4571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四角形: 角を丸くする 127">
            <a:extLst>
              <a:ext uri="{FF2B5EF4-FFF2-40B4-BE49-F238E27FC236}">
                <a16:creationId xmlns:a16="http://schemas.microsoft.com/office/drawing/2014/main" id="{AD19EE24-FA9E-4FE7-BA6D-AC1D8F8B562A}"/>
              </a:ext>
            </a:extLst>
          </p:cNvPr>
          <p:cNvSpPr/>
          <p:nvPr/>
        </p:nvSpPr>
        <p:spPr>
          <a:xfrm>
            <a:off x="2457781" y="1932206"/>
            <a:ext cx="209373" cy="4571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四角形: 角を丸くする 126">
            <a:extLst>
              <a:ext uri="{FF2B5EF4-FFF2-40B4-BE49-F238E27FC236}">
                <a16:creationId xmlns:a16="http://schemas.microsoft.com/office/drawing/2014/main" id="{BFB9346F-F2EA-454C-A35C-F486BE13203A}"/>
              </a:ext>
            </a:extLst>
          </p:cNvPr>
          <p:cNvSpPr/>
          <p:nvPr/>
        </p:nvSpPr>
        <p:spPr>
          <a:xfrm>
            <a:off x="2464157" y="1965388"/>
            <a:ext cx="199224" cy="31647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楕円 76"/>
          <p:cNvSpPr/>
          <p:nvPr/>
        </p:nvSpPr>
        <p:spPr>
          <a:xfrm>
            <a:off x="-1023659" y="3219343"/>
            <a:ext cx="963821" cy="94180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楕円 77"/>
          <p:cNvSpPr/>
          <p:nvPr/>
        </p:nvSpPr>
        <p:spPr>
          <a:xfrm>
            <a:off x="-934503" y="3283995"/>
            <a:ext cx="791416" cy="7781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9" name="直線コネクタ 78"/>
          <p:cNvCxnSpPr/>
          <p:nvPr/>
        </p:nvCxnSpPr>
        <p:spPr>
          <a:xfrm>
            <a:off x="-572731" y="3396414"/>
            <a:ext cx="0" cy="3294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線コネクタ 79"/>
          <p:cNvCxnSpPr/>
          <p:nvPr/>
        </p:nvCxnSpPr>
        <p:spPr>
          <a:xfrm flipH="1">
            <a:off x="-580007" y="3715592"/>
            <a:ext cx="14553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直方体 80">
            <a:extLst>
              <a:ext uri="{FF2B5EF4-FFF2-40B4-BE49-F238E27FC236}">
                <a16:creationId xmlns:a16="http://schemas.microsoft.com/office/drawing/2014/main" id="{80C7F3CC-DE3E-44BC-9217-BC1327E5F06A}"/>
              </a:ext>
            </a:extLst>
          </p:cNvPr>
          <p:cNvSpPr/>
          <p:nvPr/>
        </p:nvSpPr>
        <p:spPr>
          <a:xfrm flipH="1">
            <a:off x="3481632" y="3943575"/>
            <a:ext cx="1838227" cy="659877"/>
          </a:xfrm>
          <a:prstGeom prst="cube">
            <a:avLst>
              <a:gd name="adj" fmla="val 3500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/>
        </p:nvSpPr>
        <p:spPr>
          <a:xfrm>
            <a:off x="8716065" y="246589"/>
            <a:ext cx="606907" cy="5391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/>
          <p:cNvSpPr/>
          <p:nvPr/>
        </p:nvSpPr>
        <p:spPr>
          <a:xfrm>
            <a:off x="8858890" y="112606"/>
            <a:ext cx="288654" cy="1339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/>
          <p:cNvSpPr/>
          <p:nvPr/>
        </p:nvSpPr>
        <p:spPr>
          <a:xfrm flipV="1">
            <a:off x="8758750" y="698270"/>
            <a:ext cx="513540" cy="6158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 flipV="1">
            <a:off x="8758750" y="294141"/>
            <a:ext cx="45719" cy="465711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 flipV="1">
            <a:off x="9235090" y="286190"/>
            <a:ext cx="45719" cy="47366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/>
          <p:cNvSpPr/>
          <p:nvPr/>
        </p:nvSpPr>
        <p:spPr>
          <a:xfrm flipV="1">
            <a:off x="8882642" y="123598"/>
            <a:ext cx="264902" cy="60808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/>
          <p:cNvSpPr/>
          <p:nvPr/>
        </p:nvSpPr>
        <p:spPr>
          <a:xfrm flipV="1">
            <a:off x="9147544" y="286190"/>
            <a:ext cx="124746" cy="4571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/>
          <p:cNvSpPr/>
          <p:nvPr/>
        </p:nvSpPr>
        <p:spPr>
          <a:xfrm flipV="1">
            <a:off x="9101257" y="137957"/>
            <a:ext cx="45719" cy="1939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 flipV="1">
            <a:off x="8887896" y="147237"/>
            <a:ext cx="45719" cy="1939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 flipV="1">
            <a:off x="8775159" y="295470"/>
            <a:ext cx="124746" cy="4571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0220" y="4272754"/>
            <a:ext cx="222758" cy="246781"/>
          </a:xfrm>
          <a:prstGeom prst="rect">
            <a:avLst/>
          </a:prstGeom>
        </p:spPr>
      </p:pic>
      <p:pic>
        <p:nvPicPr>
          <p:cNvPr id="92" name="図 9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3712" y="4272754"/>
            <a:ext cx="222758" cy="246781"/>
          </a:xfrm>
          <a:prstGeom prst="rect">
            <a:avLst/>
          </a:prstGeom>
        </p:spPr>
      </p:pic>
      <p:pic>
        <p:nvPicPr>
          <p:cNvPr id="93" name="図 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8129" y="4272754"/>
            <a:ext cx="222758" cy="246781"/>
          </a:xfrm>
          <a:prstGeom prst="rect">
            <a:avLst/>
          </a:prstGeom>
        </p:spPr>
      </p:pic>
      <p:sp>
        <p:nvSpPr>
          <p:cNvPr id="98" name="楕円 97"/>
          <p:cNvSpPr/>
          <p:nvPr/>
        </p:nvSpPr>
        <p:spPr>
          <a:xfrm>
            <a:off x="6724206" y="3730811"/>
            <a:ext cx="308151" cy="30197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正方形/長方形 98"/>
          <p:cNvSpPr/>
          <p:nvPr/>
        </p:nvSpPr>
        <p:spPr>
          <a:xfrm>
            <a:off x="6811997" y="4366149"/>
            <a:ext cx="275698" cy="2825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0" name="直線矢印コネクタ 99"/>
          <p:cNvCxnSpPr/>
          <p:nvPr/>
        </p:nvCxnSpPr>
        <p:spPr>
          <a:xfrm>
            <a:off x="5842559" y="4184806"/>
            <a:ext cx="156561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 flipV="1">
            <a:off x="6196761" y="3967072"/>
            <a:ext cx="223696" cy="22801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線コネクタ 101"/>
          <p:cNvCxnSpPr/>
          <p:nvPr/>
        </p:nvCxnSpPr>
        <p:spPr>
          <a:xfrm flipV="1">
            <a:off x="6403572" y="3888561"/>
            <a:ext cx="388547" cy="10060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線コネクタ 102"/>
          <p:cNvCxnSpPr/>
          <p:nvPr/>
        </p:nvCxnSpPr>
        <p:spPr>
          <a:xfrm flipH="1" flipV="1">
            <a:off x="6557351" y="4187808"/>
            <a:ext cx="84252" cy="22427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線コネクタ 103"/>
          <p:cNvCxnSpPr/>
          <p:nvPr/>
        </p:nvCxnSpPr>
        <p:spPr>
          <a:xfrm flipH="1" flipV="1">
            <a:off x="6624511" y="4385569"/>
            <a:ext cx="208144" cy="136807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直方体 93">
            <a:extLst>
              <a:ext uri="{FF2B5EF4-FFF2-40B4-BE49-F238E27FC236}">
                <a16:creationId xmlns:a16="http://schemas.microsoft.com/office/drawing/2014/main" id="{80C7F3CC-DE3E-44BC-9217-BC1327E5F06A}"/>
              </a:ext>
            </a:extLst>
          </p:cNvPr>
          <p:cNvSpPr/>
          <p:nvPr/>
        </p:nvSpPr>
        <p:spPr>
          <a:xfrm flipH="1">
            <a:off x="4836919" y="2034193"/>
            <a:ext cx="748218" cy="674221"/>
          </a:xfrm>
          <a:prstGeom prst="cube">
            <a:avLst>
              <a:gd name="adj" fmla="val 3500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7" name="図 9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7655" y="2333633"/>
            <a:ext cx="222758" cy="246781"/>
          </a:xfrm>
          <a:prstGeom prst="rect">
            <a:avLst/>
          </a:prstGeom>
        </p:spPr>
      </p:pic>
      <p:sp>
        <p:nvSpPr>
          <p:cNvPr id="105" name="角丸四角形 104"/>
          <p:cNvSpPr/>
          <p:nvPr/>
        </p:nvSpPr>
        <p:spPr>
          <a:xfrm rot="19177314">
            <a:off x="4530628" y="1450336"/>
            <a:ext cx="124148" cy="1259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 rot="19177314">
            <a:off x="4623629" y="1498387"/>
            <a:ext cx="106693" cy="23365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直方体 105">
            <a:extLst>
              <a:ext uri="{FF2B5EF4-FFF2-40B4-BE49-F238E27FC236}">
                <a16:creationId xmlns:a16="http://schemas.microsoft.com/office/drawing/2014/main" id="{80C7F3CC-DE3E-44BC-9217-BC1327E5F06A}"/>
              </a:ext>
            </a:extLst>
          </p:cNvPr>
          <p:cNvSpPr/>
          <p:nvPr/>
        </p:nvSpPr>
        <p:spPr>
          <a:xfrm flipH="1">
            <a:off x="3035150" y="377405"/>
            <a:ext cx="2252461" cy="659877"/>
          </a:xfrm>
          <a:prstGeom prst="cube">
            <a:avLst>
              <a:gd name="adj" fmla="val 3500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7" name="図 1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3740" y="706584"/>
            <a:ext cx="222758" cy="246781"/>
          </a:xfrm>
          <a:prstGeom prst="rect">
            <a:avLst/>
          </a:prstGeom>
        </p:spPr>
      </p:pic>
      <p:pic>
        <p:nvPicPr>
          <p:cNvPr id="108" name="図 10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7232" y="706584"/>
            <a:ext cx="222758" cy="246781"/>
          </a:xfrm>
          <a:prstGeom prst="rect">
            <a:avLst/>
          </a:prstGeom>
        </p:spPr>
      </p:pic>
      <p:pic>
        <p:nvPicPr>
          <p:cNvPr id="109" name="図 1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1649" y="706584"/>
            <a:ext cx="222758" cy="246781"/>
          </a:xfrm>
          <a:prstGeom prst="rect">
            <a:avLst/>
          </a:prstGeom>
        </p:spPr>
      </p:pic>
      <p:pic>
        <p:nvPicPr>
          <p:cNvPr id="110" name="図 10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361" y="706583"/>
            <a:ext cx="222758" cy="246781"/>
          </a:xfrm>
          <a:prstGeom prst="rect">
            <a:avLst/>
          </a:prstGeom>
        </p:spPr>
      </p:pic>
      <p:sp>
        <p:nvSpPr>
          <p:cNvPr id="111" name="円柱 110"/>
          <p:cNvSpPr/>
          <p:nvPr/>
        </p:nvSpPr>
        <p:spPr>
          <a:xfrm>
            <a:off x="3693316" y="1369975"/>
            <a:ext cx="82530" cy="1228294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2" name="図 1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8338" y="1366673"/>
            <a:ext cx="446200" cy="306620"/>
          </a:xfrm>
          <a:prstGeom prst="rect">
            <a:avLst/>
          </a:prstGeom>
        </p:spPr>
      </p:pic>
      <p:sp>
        <p:nvSpPr>
          <p:cNvPr id="113" name="角丸四角形 112"/>
          <p:cNvSpPr/>
          <p:nvPr/>
        </p:nvSpPr>
        <p:spPr>
          <a:xfrm>
            <a:off x="3336776" y="2073613"/>
            <a:ext cx="257958" cy="47234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正方形/長方形 113"/>
          <p:cNvSpPr/>
          <p:nvPr/>
        </p:nvSpPr>
        <p:spPr>
          <a:xfrm flipH="1">
            <a:off x="3599623" y="2207156"/>
            <a:ext cx="106269" cy="51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正方形/長方形 114"/>
          <p:cNvSpPr/>
          <p:nvPr/>
        </p:nvSpPr>
        <p:spPr>
          <a:xfrm flipH="1">
            <a:off x="3601021" y="2418279"/>
            <a:ext cx="106269" cy="51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角丸四角形 115"/>
          <p:cNvSpPr/>
          <p:nvPr/>
        </p:nvSpPr>
        <p:spPr>
          <a:xfrm>
            <a:off x="3373244" y="2107700"/>
            <a:ext cx="221490" cy="43825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楕円 116"/>
          <p:cNvSpPr/>
          <p:nvPr/>
        </p:nvSpPr>
        <p:spPr>
          <a:xfrm flipV="1">
            <a:off x="3400182" y="2297835"/>
            <a:ext cx="60916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0498" y="3166522"/>
            <a:ext cx="573074" cy="438950"/>
          </a:xfrm>
          <a:prstGeom prst="rect">
            <a:avLst/>
          </a:prstGeom>
        </p:spPr>
      </p:pic>
      <p:pic>
        <p:nvPicPr>
          <p:cNvPr id="118" name="図 1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2898" y="3318922"/>
            <a:ext cx="573074" cy="438950"/>
          </a:xfrm>
          <a:prstGeom prst="rect">
            <a:avLst/>
          </a:prstGeom>
        </p:spPr>
      </p:pic>
      <p:pic>
        <p:nvPicPr>
          <p:cNvPr id="119" name="図 1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4401" y="1461549"/>
            <a:ext cx="473352" cy="167493"/>
          </a:xfrm>
          <a:prstGeom prst="rect">
            <a:avLst/>
          </a:prstGeom>
        </p:spPr>
      </p:pic>
      <p:sp>
        <p:nvSpPr>
          <p:cNvPr id="120" name="円柱 119"/>
          <p:cNvSpPr/>
          <p:nvPr/>
        </p:nvSpPr>
        <p:spPr>
          <a:xfrm>
            <a:off x="8586239" y="3458294"/>
            <a:ext cx="82530" cy="1228294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1" name="図 1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1261" y="3454992"/>
            <a:ext cx="446200" cy="306620"/>
          </a:xfrm>
          <a:prstGeom prst="rect">
            <a:avLst/>
          </a:prstGeom>
        </p:spPr>
      </p:pic>
      <p:sp>
        <p:nvSpPr>
          <p:cNvPr id="122" name="角丸四角形 121"/>
          <p:cNvSpPr/>
          <p:nvPr/>
        </p:nvSpPr>
        <p:spPr>
          <a:xfrm>
            <a:off x="8229699" y="4161932"/>
            <a:ext cx="257958" cy="47234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正方形/長方形 122"/>
          <p:cNvSpPr/>
          <p:nvPr/>
        </p:nvSpPr>
        <p:spPr>
          <a:xfrm flipH="1">
            <a:off x="8492546" y="4295475"/>
            <a:ext cx="106269" cy="51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正方形/長方形 124"/>
          <p:cNvSpPr/>
          <p:nvPr/>
        </p:nvSpPr>
        <p:spPr>
          <a:xfrm flipH="1">
            <a:off x="8493944" y="4506598"/>
            <a:ext cx="106269" cy="51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6" name="角丸四角形 125"/>
          <p:cNvSpPr/>
          <p:nvPr/>
        </p:nvSpPr>
        <p:spPr>
          <a:xfrm>
            <a:off x="8266167" y="4196019"/>
            <a:ext cx="221490" cy="43825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楕円 128"/>
          <p:cNvSpPr/>
          <p:nvPr/>
        </p:nvSpPr>
        <p:spPr>
          <a:xfrm flipV="1">
            <a:off x="8293105" y="4386154"/>
            <a:ext cx="60916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円 129"/>
          <p:cNvSpPr/>
          <p:nvPr/>
        </p:nvSpPr>
        <p:spPr>
          <a:xfrm>
            <a:off x="8065854" y="2839064"/>
            <a:ext cx="348251" cy="505544"/>
          </a:xfrm>
          <a:prstGeom prst="pie">
            <a:avLst>
              <a:gd name="adj1" fmla="val 0"/>
              <a:gd name="adj2" fmla="val 10839271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3" name="楕円 132"/>
          <p:cNvSpPr/>
          <p:nvPr/>
        </p:nvSpPr>
        <p:spPr>
          <a:xfrm>
            <a:off x="8156042" y="3128683"/>
            <a:ext cx="159403" cy="178543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円柱 138"/>
          <p:cNvSpPr/>
          <p:nvPr/>
        </p:nvSpPr>
        <p:spPr>
          <a:xfrm>
            <a:off x="7987371" y="2974154"/>
            <a:ext cx="82536" cy="1228294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正方形/長方形 139"/>
          <p:cNvSpPr/>
          <p:nvPr/>
        </p:nvSpPr>
        <p:spPr>
          <a:xfrm>
            <a:off x="8070686" y="3038637"/>
            <a:ext cx="343418" cy="630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円柱 140"/>
          <p:cNvSpPr/>
          <p:nvPr/>
        </p:nvSpPr>
        <p:spPr>
          <a:xfrm>
            <a:off x="8503709" y="1466528"/>
            <a:ext cx="82530" cy="1228294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角丸四角形 141"/>
          <p:cNvSpPr/>
          <p:nvPr/>
        </p:nvSpPr>
        <p:spPr>
          <a:xfrm>
            <a:off x="8147169" y="2170166"/>
            <a:ext cx="257958" cy="47234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正方形/長方形 142"/>
          <p:cNvSpPr/>
          <p:nvPr/>
        </p:nvSpPr>
        <p:spPr>
          <a:xfrm flipH="1">
            <a:off x="8410016" y="2303709"/>
            <a:ext cx="106269" cy="51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正方形/長方形 143"/>
          <p:cNvSpPr/>
          <p:nvPr/>
        </p:nvSpPr>
        <p:spPr>
          <a:xfrm flipH="1">
            <a:off x="8411414" y="2514832"/>
            <a:ext cx="106269" cy="51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角丸四角形 144"/>
          <p:cNvSpPr/>
          <p:nvPr/>
        </p:nvSpPr>
        <p:spPr>
          <a:xfrm>
            <a:off x="8183637" y="2204253"/>
            <a:ext cx="221490" cy="43825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6" name="楕円 145"/>
          <p:cNvSpPr/>
          <p:nvPr/>
        </p:nvSpPr>
        <p:spPr>
          <a:xfrm flipV="1">
            <a:off x="8210575" y="2394388"/>
            <a:ext cx="60916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9" name="円柱 148"/>
          <p:cNvSpPr/>
          <p:nvPr/>
        </p:nvSpPr>
        <p:spPr>
          <a:xfrm>
            <a:off x="7008156" y="1932206"/>
            <a:ext cx="181524" cy="1530906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角丸四角形 151"/>
          <p:cNvSpPr/>
          <p:nvPr/>
        </p:nvSpPr>
        <p:spPr>
          <a:xfrm>
            <a:off x="7012832" y="2437749"/>
            <a:ext cx="179722" cy="76503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/>
          <p:cNvSpPr/>
          <p:nvPr/>
        </p:nvSpPr>
        <p:spPr>
          <a:xfrm>
            <a:off x="7042551" y="2477873"/>
            <a:ext cx="45719" cy="69776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角丸四角形 152"/>
          <p:cNvSpPr/>
          <p:nvPr/>
        </p:nvSpPr>
        <p:spPr>
          <a:xfrm>
            <a:off x="7118467" y="2477873"/>
            <a:ext cx="45719" cy="69776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円 153"/>
          <p:cNvSpPr/>
          <p:nvPr/>
        </p:nvSpPr>
        <p:spPr>
          <a:xfrm>
            <a:off x="7134781" y="1854928"/>
            <a:ext cx="348251" cy="505544"/>
          </a:xfrm>
          <a:prstGeom prst="pie">
            <a:avLst>
              <a:gd name="adj1" fmla="val 0"/>
              <a:gd name="adj2" fmla="val 10839271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5" name="楕円 154"/>
          <p:cNvSpPr/>
          <p:nvPr/>
        </p:nvSpPr>
        <p:spPr>
          <a:xfrm>
            <a:off x="7224969" y="2144547"/>
            <a:ext cx="159403" cy="178543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正方形/長方形 155"/>
          <p:cNvSpPr/>
          <p:nvPr/>
        </p:nvSpPr>
        <p:spPr>
          <a:xfrm>
            <a:off x="7139613" y="2054501"/>
            <a:ext cx="343418" cy="630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7" name="直方体 146">
            <a:extLst>
              <a:ext uri="{FF2B5EF4-FFF2-40B4-BE49-F238E27FC236}">
                <a16:creationId xmlns:a16="http://schemas.microsoft.com/office/drawing/2014/main" id="{80C7F3CC-DE3E-44BC-9217-BC1327E5F06A}"/>
              </a:ext>
            </a:extLst>
          </p:cNvPr>
          <p:cNvSpPr/>
          <p:nvPr/>
        </p:nvSpPr>
        <p:spPr>
          <a:xfrm flipH="1">
            <a:off x="5245214" y="1299818"/>
            <a:ext cx="2572115" cy="588193"/>
          </a:xfrm>
          <a:prstGeom prst="cube">
            <a:avLst>
              <a:gd name="adj" fmla="val 53896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8" name="図 1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6005656" y="1333655"/>
            <a:ext cx="222758" cy="246781"/>
          </a:xfrm>
          <a:prstGeom prst="rect">
            <a:avLst/>
          </a:prstGeom>
        </p:spPr>
      </p:pic>
      <p:sp>
        <p:nvSpPr>
          <p:cNvPr id="11" name="正方形/長方形 10"/>
          <p:cNvSpPr/>
          <p:nvPr/>
        </p:nvSpPr>
        <p:spPr>
          <a:xfrm>
            <a:off x="5901879" y="2220049"/>
            <a:ext cx="683094" cy="6056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6035485" y="2521047"/>
            <a:ext cx="63242" cy="17305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角丸四角形 149"/>
          <p:cNvSpPr/>
          <p:nvPr/>
        </p:nvSpPr>
        <p:spPr>
          <a:xfrm>
            <a:off x="6383848" y="2524317"/>
            <a:ext cx="63242" cy="17305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角丸四角形 150"/>
          <p:cNvSpPr/>
          <p:nvPr/>
        </p:nvSpPr>
        <p:spPr>
          <a:xfrm>
            <a:off x="6211805" y="2307863"/>
            <a:ext cx="63242" cy="17305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418" y="1333777"/>
            <a:ext cx="280130" cy="250643"/>
          </a:xfrm>
          <a:prstGeom prst="rect">
            <a:avLst/>
          </a:prstGeom>
        </p:spPr>
      </p:pic>
      <p:pic>
        <p:nvPicPr>
          <p:cNvPr id="157" name="図 1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3726" y="1330405"/>
            <a:ext cx="280130" cy="250643"/>
          </a:xfrm>
          <a:prstGeom prst="rect">
            <a:avLst/>
          </a:prstGeom>
        </p:spPr>
      </p:pic>
      <p:pic>
        <p:nvPicPr>
          <p:cNvPr id="158" name="図 15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1257" y="1332950"/>
            <a:ext cx="280130" cy="250643"/>
          </a:xfrm>
          <a:prstGeom prst="rect">
            <a:avLst/>
          </a:prstGeom>
        </p:spPr>
      </p:pic>
      <p:sp>
        <p:nvSpPr>
          <p:cNvPr id="163" name="角丸四角形 162"/>
          <p:cNvSpPr/>
          <p:nvPr/>
        </p:nvSpPr>
        <p:spPr>
          <a:xfrm>
            <a:off x="-700444" y="489651"/>
            <a:ext cx="134715" cy="74252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角丸四角形 16"/>
          <p:cNvSpPr/>
          <p:nvPr/>
        </p:nvSpPr>
        <p:spPr>
          <a:xfrm>
            <a:off x="-2111433" y="935346"/>
            <a:ext cx="407324" cy="30213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4" name="角丸四角形 163"/>
          <p:cNvSpPr/>
          <p:nvPr/>
        </p:nvSpPr>
        <p:spPr>
          <a:xfrm>
            <a:off x="-1784831" y="935346"/>
            <a:ext cx="407324" cy="30213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7067" y="1316712"/>
            <a:ext cx="252470" cy="280665"/>
          </a:xfrm>
          <a:prstGeom prst="rect">
            <a:avLst/>
          </a:prstGeom>
        </p:spPr>
      </p:pic>
      <p:sp>
        <p:nvSpPr>
          <p:cNvPr id="167" name="直方体 166">
            <a:extLst>
              <a:ext uri="{FF2B5EF4-FFF2-40B4-BE49-F238E27FC236}">
                <a16:creationId xmlns:a16="http://schemas.microsoft.com/office/drawing/2014/main" id="{80C7F3CC-DE3E-44BC-9217-BC1327E5F06A}"/>
              </a:ext>
            </a:extLst>
          </p:cNvPr>
          <p:cNvSpPr/>
          <p:nvPr/>
        </p:nvSpPr>
        <p:spPr>
          <a:xfrm flipH="1">
            <a:off x="-2264245" y="1818069"/>
            <a:ext cx="771012" cy="1200659"/>
          </a:xfrm>
          <a:prstGeom prst="cube">
            <a:avLst>
              <a:gd name="adj" fmla="val 35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8" name="角丸四角形 167"/>
          <p:cNvSpPr/>
          <p:nvPr/>
        </p:nvSpPr>
        <p:spPr>
          <a:xfrm>
            <a:off x="-2206692" y="209452"/>
            <a:ext cx="72392" cy="3394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939600" y="2173062"/>
            <a:ext cx="154769" cy="172053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642865" y="2739708"/>
            <a:ext cx="103165" cy="227675"/>
          </a:xfrm>
          <a:prstGeom prst="rect">
            <a:avLst/>
          </a:prstGeom>
        </p:spPr>
      </p:pic>
      <p:sp>
        <p:nvSpPr>
          <p:cNvPr id="170" name="直方体 169">
            <a:extLst>
              <a:ext uri="{FF2B5EF4-FFF2-40B4-BE49-F238E27FC236}">
                <a16:creationId xmlns:a16="http://schemas.microsoft.com/office/drawing/2014/main" id="{80C7F3CC-DE3E-44BC-9217-BC1327E5F06A}"/>
              </a:ext>
            </a:extLst>
          </p:cNvPr>
          <p:cNvSpPr/>
          <p:nvPr/>
        </p:nvSpPr>
        <p:spPr>
          <a:xfrm flipH="1">
            <a:off x="-1539702" y="5061859"/>
            <a:ext cx="911425" cy="205834"/>
          </a:xfrm>
          <a:prstGeom prst="cube">
            <a:avLst>
              <a:gd name="adj" fmla="val 53896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図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1407762" y="4461462"/>
            <a:ext cx="84551" cy="673993"/>
          </a:xfrm>
          <a:prstGeom prst="rect">
            <a:avLst/>
          </a:prstGeom>
        </p:spPr>
      </p:pic>
      <p:pic>
        <p:nvPicPr>
          <p:cNvPr id="171" name="図 17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848294" y="4465052"/>
            <a:ext cx="84551" cy="673993"/>
          </a:xfrm>
          <a:prstGeom prst="rect">
            <a:avLst/>
          </a:prstGeom>
        </p:spPr>
      </p:pic>
      <p:sp>
        <p:nvSpPr>
          <p:cNvPr id="160" name="角丸四角形 121">
            <a:extLst>
              <a:ext uri="{FF2B5EF4-FFF2-40B4-BE49-F238E27FC236}">
                <a16:creationId xmlns:a16="http://schemas.microsoft.com/office/drawing/2014/main" id="{D0C23D1D-FE7C-4B20-A6B9-71EEC67B072E}"/>
              </a:ext>
            </a:extLst>
          </p:cNvPr>
          <p:cNvSpPr/>
          <p:nvPr/>
        </p:nvSpPr>
        <p:spPr>
          <a:xfrm>
            <a:off x="7619012" y="3677954"/>
            <a:ext cx="257958" cy="47234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E22FE001-F4D8-4ABD-98B7-E51036E6C66F}"/>
              </a:ext>
            </a:extLst>
          </p:cNvPr>
          <p:cNvSpPr/>
          <p:nvPr/>
        </p:nvSpPr>
        <p:spPr>
          <a:xfrm flipH="1">
            <a:off x="7881859" y="3811497"/>
            <a:ext cx="106269" cy="51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72DF90F4-9769-4C39-8BA7-C90CDFEB26A4}"/>
              </a:ext>
            </a:extLst>
          </p:cNvPr>
          <p:cNvSpPr/>
          <p:nvPr/>
        </p:nvSpPr>
        <p:spPr>
          <a:xfrm flipH="1">
            <a:off x="7883257" y="4022620"/>
            <a:ext cx="106269" cy="51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角丸四角形 125">
            <a:extLst>
              <a:ext uri="{FF2B5EF4-FFF2-40B4-BE49-F238E27FC236}">
                <a16:creationId xmlns:a16="http://schemas.microsoft.com/office/drawing/2014/main" id="{17E7587A-9EE3-44DF-894D-56D4FBE57996}"/>
              </a:ext>
            </a:extLst>
          </p:cNvPr>
          <p:cNvSpPr/>
          <p:nvPr/>
        </p:nvSpPr>
        <p:spPr>
          <a:xfrm>
            <a:off x="7655480" y="3712041"/>
            <a:ext cx="221490" cy="43825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2" name="楕円 171">
            <a:extLst>
              <a:ext uri="{FF2B5EF4-FFF2-40B4-BE49-F238E27FC236}">
                <a16:creationId xmlns:a16="http://schemas.microsoft.com/office/drawing/2014/main" id="{102E837B-7402-4325-ACAB-D0FB50FADE65}"/>
              </a:ext>
            </a:extLst>
          </p:cNvPr>
          <p:cNvSpPr/>
          <p:nvPr/>
        </p:nvSpPr>
        <p:spPr>
          <a:xfrm flipV="1">
            <a:off x="7682418" y="3902176"/>
            <a:ext cx="60916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3" name="楕円 172">
            <a:extLst>
              <a:ext uri="{FF2B5EF4-FFF2-40B4-BE49-F238E27FC236}">
                <a16:creationId xmlns:a16="http://schemas.microsoft.com/office/drawing/2014/main" id="{15250C42-4B6F-4F27-8AA6-11D6FB6F5A4F}"/>
              </a:ext>
            </a:extLst>
          </p:cNvPr>
          <p:cNvSpPr/>
          <p:nvPr/>
        </p:nvSpPr>
        <p:spPr>
          <a:xfrm>
            <a:off x="-1014004" y="1989849"/>
            <a:ext cx="963821" cy="94180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4" name="楕円 173">
            <a:extLst>
              <a:ext uri="{FF2B5EF4-FFF2-40B4-BE49-F238E27FC236}">
                <a16:creationId xmlns:a16="http://schemas.microsoft.com/office/drawing/2014/main" id="{89DE3B64-E05E-433A-B072-4503FBD5A62B}"/>
              </a:ext>
            </a:extLst>
          </p:cNvPr>
          <p:cNvSpPr/>
          <p:nvPr/>
        </p:nvSpPr>
        <p:spPr>
          <a:xfrm>
            <a:off x="-924848" y="2054501"/>
            <a:ext cx="791416" cy="7781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5" name="直線コネクタ 174">
            <a:extLst>
              <a:ext uri="{FF2B5EF4-FFF2-40B4-BE49-F238E27FC236}">
                <a16:creationId xmlns:a16="http://schemas.microsoft.com/office/drawing/2014/main" id="{DCB178A2-9C0D-4B93-8DF2-79FBA3ABD784}"/>
              </a:ext>
            </a:extLst>
          </p:cNvPr>
          <p:cNvCxnSpPr>
            <a:cxnSpLocks/>
          </p:cNvCxnSpPr>
          <p:nvPr/>
        </p:nvCxnSpPr>
        <p:spPr>
          <a:xfrm flipH="1">
            <a:off x="-563075" y="2318636"/>
            <a:ext cx="162303" cy="1777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4CD88ADF-F006-4DB5-AB19-CA557551414A}"/>
              </a:ext>
            </a:extLst>
          </p:cNvPr>
          <p:cNvCxnSpPr/>
          <p:nvPr/>
        </p:nvCxnSpPr>
        <p:spPr>
          <a:xfrm flipH="1">
            <a:off x="-570352" y="2486098"/>
            <a:ext cx="14553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角丸四角形 3">
            <a:extLst>
              <a:ext uri="{FF2B5EF4-FFF2-40B4-BE49-F238E27FC236}">
                <a16:creationId xmlns:a16="http://schemas.microsoft.com/office/drawing/2014/main" id="{7367DABF-A04A-42FE-963F-42EE8D3B50F1}"/>
              </a:ext>
            </a:extLst>
          </p:cNvPr>
          <p:cNvSpPr/>
          <p:nvPr/>
        </p:nvSpPr>
        <p:spPr>
          <a:xfrm>
            <a:off x="-1801799" y="5509785"/>
            <a:ext cx="1478943" cy="97470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8" name="角丸四角形 45">
            <a:extLst>
              <a:ext uri="{FF2B5EF4-FFF2-40B4-BE49-F238E27FC236}">
                <a16:creationId xmlns:a16="http://schemas.microsoft.com/office/drawing/2014/main" id="{D8178BE8-4350-4F89-B02E-CD468BB69AA6}"/>
              </a:ext>
            </a:extLst>
          </p:cNvPr>
          <p:cNvSpPr/>
          <p:nvPr/>
        </p:nvSpPr>
        <p:spPr>
          <a:xfrm>
            <a:off x="-1722555" y="5559714"/>
            <a:ext cx="1312235" cy="8644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9" name="片側の 2 つの角を切り取った四角形 6">
            <a:extLst>
              <a:ext uri="{FF2B5EF4-FFF2-40B4-BE49-F238E27FC236}">
                <a16:creationId xmlns:a16="http://schemas.microsoft.com/office/drawing/2014/main" id="{DD4B63E2-D860-41C7-B875-EDE01FB0DE68}"/>
              </a:ext>
            </a:extLst>
          </p:cNvPr>
          <p:cNvSpPr/>
          <p:nvPr/>
        </p:nvSpPr>
        <p:spPr>
          <a:xfrm rot="10800000">
            <a:off x="-1801800" y="6465098"/>
            <a:ext cx="1478944" cy="193072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5140BECC-797B-4259-9CBD-ED69DE41F03A}"/>
              </a:ext>
            </a:extLst>
          </p:cNvPr>
          <p:cNvSpPr/>
          <p:nvPr/>
        </p:nvSpPr>
        <p:spPr>
          <a:xfrm>
            <a:off x="4087265" y="3175640"/>
            <a:ext cx="1243170" cy="37589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1" name="楕円 180">
            <a:extLst>
              <a:ext uri="{FF2B5EF4-FFF2-40B4-BE49-F238E27FC236}">
                <a16:creationId xmlns:a16="http://schemas.microsoft.com/office/drawing/2014/main" id="{41D8A84E-2570-4D1B-B006-9765D1B1B4EE}"/>
              </a:ext>
            </a:extLst>
          </p:cNvPr>
          <p:cNvSpPr/>
          <p:nvPr/>
        </p:nvSpPr>
        <p:spPr>
          <a:xfrm>
            <a:off x="4204838" y="3284670"/>
            <a:ext cx="123092" cy="157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2" name="直方体 181">
            <a:extLst>
              <a:ext uri="{FF2B5EF4-FFF2-40B4-BE49-F238E27FC236}">
                <a16:creationId xmlns:a16="http://schemas.microsoft.com/office/drawing/2014/main" id="{4A76DFC4-EA7B-4CC3-9041-81F4AEAE4D26}"/>
              </a:ext>
            </a:extLst>
          </p:cNvPr>
          <p:cNvSpPr/>
          <p:nvPr/>
        </p:nvSpPr>
        <p:spPr>
          <a:xfrm flipH="1">
            <a:off x="-2350905" y="3187089"/>
            <a:ext cx="771012" cy="1200659"/>
          </a:xfrm>
          <a:prstGeom prst="cube">
            <a:avLst>
              <a:gd name="adj" fmla="val 35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6" name="角丸四角形 167">
            <a:extLst>
              <a:ext uri="{FF2B5EF4-FFF2-40B4-BE49-F238E27FC236}">
                <a16:creationId xmlns:a16="http://schemas.microsoft.com/office/drawing/2014/main" id="{A1154874-7527-4BF6-8A55-2DDAF08D46CC}"/>
              </a:ext>
            </a:extLst>
          </p:cNvPr>
          <p:cNvSpPr/>
          <p:nvPr/>
        </p:nvSpPr>
        <p:spPr>
          <a:xfrm rot="5400000">
            <a:off x="-1742636" y="3640350"/>
            <a:ext cx="45719" cy="15788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7" name="角丸四角形 167">
            <a:extLst>
              <a:ext uri="{FF2B5EF4-FFF2-40B4-BE49-F238E27FC236}">
                <a16:creationId xmlns:a16="http://schemas.microsoft.com/office/drawing/2014/main" id="{5A78BFF0-7A41-4713-B5FB-B8788FDBAF83}"/>
              </a:ext>
            </a:extLst>
          </p:cNvPr>
          <p:cNvSpPr/>
          <p:nvPr/>
        </p:nvSpPr>
        <p:spPr>
          <a:xfrm rot="5400000">
            <a:off x="-1744731" y="3781754"/>
            <a:ext cx="45719" cy="15788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8" name="角丸四角形 167">
            <a:extLst>
              <a:ext uri="{FF2B5EF4-FFF2-40B4-BE49-F238E27FC236}">
                <a16:creationId xmlns:a16="http://schemas.microsoft.com/office/drawing/2014/main" id="{A993B44F-55B8-4DC1-B048-365073D7A508}"/>
              </a:ext>
            </a:extLst>
          </p:cNvPr>
          <p:cNvSpPr/>
          <p:nvPr/>
        </p:nvSpPr>
        <p:spPr>
          <a:xfrm rot="5400000">
            <a:off x="-1747756" y="3931340"/>
            <a:ext cx="45719" cy="15788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9" name="正方形/長方形 188">
            <a:extLst>
              <a:ext uri="{FF2B5EF4-FFF2-40B4-BE49-F238E27FC236}">
                <a16:creationId xmlns:a16="http://schemas.microsoft.com/office/drawing/2014/main" id="{53718F29-4ECA-410C-9467-E03DD7C58694}"/>
              </a:ext>
            </a:extLst>
          </p:cNvPr>
          <p:cNvSpPr/>
          <p:nvPr/>
        </p:nvSpPr>
        <p:spPr>
          <a:xfrm>
            <a:off x="-2102243" y="3659688"/>
            <a:ext cx="36420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700" dirty="0">
                <a:solidFill>
                  <a:schemeClr val="bg1"/>
                </a:solidFill>
              </a:rPr>
              <a:t>PPP</a:t>
            </a:r>
          </a:p>
          <a:p>
            <a:r>
              <a:rPr lang="ja-JP" altLang="en-US" sz="700" dirty="0">
                <a:solidFill>
                  <a:schemeClr val="bg1"/>
                </a:solidFill>
              </a:rPr>
              <a:t>光</a:t>
            </a:r>
            <a:endParaRPr lang="en-US" altLang="ja-JP" sz="700" dirty="0">
              <a:solidFill>
                <a:schemeClr val="bg1"/>
              </a:solidFill>
            </a:endParaRPr>
          </a:p>
          <a:p>
            <a:r>
              <a:rPr lang="ja-JP" altLang="en-US" sz="700" dirty="0">
                <a:solidFill>
                  <a:schemeClr val="bg1"/>
                </a:solidFill>
              </a:rPr>
              <a:t>電源</a:t>
            </a:r>
          </a:p>
        </p:txBody>
      </p:sp>
      <p:pic>
        <p:nvPicPr>
          <p:cNvPr id="183" name="図 182">
            <a:extLst>
              <a:ext uri="{FF2B5EF4-FFF2-40B4-BE49-F238E27FC236}">
                <a16:creationId xmlns:a16="http://schemas.microsoft.com/office/drawing/2014/main" id="{5AB2440F-511E-46EB-811F-3BD971C9DF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1706763" y="3428015"/>
            <a:ext cx="1362796" cy="770874"/>
          </a:xfrm>
          <a:prstGeom prst="rect">
            <a:avLst/>
          </a:prstGeom>
        </p:spPr>
      </p:pic>
      <p:pic>
        <p:nvPicPr>
          <p:cNvPr id="184" name="図 183">
            <a:extLst>
              <a:ext uri="{FF2B5EF4-FFF2-40B4-BE49-F238E27FC236}">
                <a16:creationId xmlns:a16="http://schemas.microsoft.com/office/drawing/2014/main" id="{A80AC49E-40F0-40D4-895F-6B4CD2CD9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50045" y="2550984"/>
            <a:ext cx="680891" cy="41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37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78497</TotalTime>
  <Words>673</Words>
  <Application>Microsoft Office PowerPoint</Application>
  <PresentationFormat>画面に合わせる (4:3)</PresentationFormat>
  <Paragraphs>254</Paragraphs>
  <Slides>9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Meiryo UI</vt:lpstr>
      <vt:lpstr>Arial</vt:lpstr>
      <vt:lpstr>Calibri</vt:lpstr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科警研前信号交差点の信号灯器IDについて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ksato</dc:creator>
  <cp:lastModifiedBy>KUSAYAMA Shinichi</cp:lastModifiedBy>
  <cp:revision>15736</cp:revision>
  <cp:lastPrinted>2018-11-14T06:01:46Z</cp:lastPrinted>
  <dcterms:created xsi:type="dcterms:W3CDTF">2013-04-19T16:11:40Z</dcterms:created>
  <dcterms:modified xsi:type="dcterms:W3CDTF">2026-04-24T01:15:34Z</dcterms:modified>
</cp:coreProperties>
</file>